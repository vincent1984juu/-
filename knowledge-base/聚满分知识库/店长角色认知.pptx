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5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9" r:id="rId3"/>
  </p:sldMasterIdLst>
  <p:notesMasterIdLst>
    <p:notesMasterId r:id="rId5"/>
  </p:notesMasterIdLst>
  <p:sldIdLst>
    <p:sldId id="5839" r:id="rId4"/>
    <p:sldId id="5982" r:id="rId6"/>
    <p:sldId id="5951" r:id="rId7"/>
    <p:sldId id="5975" r:id="rId8"/>
    <p:sldId id="5979" r:id="rId9"/>
    <p:sldId id="5954" r:id="rId10"/>
    <p:sldId id="5969" r:id="rId11"/>
    <p:sldId id="5970" r:id="rId12"/>
    <p:sldId id="5971" r:id="rId13"/>
    <p:sldId id="5972" r:id="rId14"/>
    <p:sldId id="5973" r:id="rId15"/>
    <p:sldId id="5974" r:id="rId16"/>
    <p:sldId id="5980" r:id="rId17"/>
    <p:sldId id="5955" r:id="rId18"/>
    <p:sldId id="5981" r:id="rId19"/>
    <p:sldId id="5968" r:id="rId20"/>
    <p:sldId id="5977" r:id="rId21"/>
    <p:sldId id="5983" r:id="rId22"/>
    <p:sldId id="5978" r:id="rId23"/>
    <p:sldId id="5745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伟敏" initials="朱" lastIdx="1" clrIdx="0"/>
  <p:cmAuthor id="0" name="Microsoft" initials="M" lastIdx="4" clrIdx="0"/>
  <p:cmAuthor id="2" name="黄 朝晔" initials="黄" lastIdx="2" clrIdx="1"/>
  <p:cmAuthor id="3" name="zhangjin jin" initials="zj" lastIdx="1" clrIdx="2"/>
  <p:cmAuthor id="5" name="哥" initials="哥" lastIdx="1" clrIdx="4"/>
  <p:cmAuthor id="4" name="易 浪柯" initials="易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1"/>
    <a:srgbClr val="FF7196"/>
    <a:srgbClr val="194993"/>
    <a:srgbClr val="F38514"/>
    <a:srgbClr val="9BBB59"/>
    <a:srgbClr val="F86317"/>
    <a:srgbClr val="5A1818"/>
    <a:srgbClr val="C00000"/>
    <a:srgbClr val="8064A2"/>
    <a:srgbClr val="FBA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90181" autoAdjust="0"/>
  </p:normalViewPr>
  <p:slideViewPr>
    <p:cSldViewPr snapToGrid="0" showGuides="1">
      <p:cViewPr varScale="1">
        <p:scale>
          <a:sx n="75" d="100"/>
          <a:sy n="75" d="100"/>
        </p:scale>
        <p:origin x="955" y="58"/>
      </p:cViewPr>
      <p:guideLst>
        <p:guide orient="horz" pos="2146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gs" Target="tags/tag54.xml"/><Relationship Id="rId30" Type="http://schemas.openxmlformats.org/officeDocument/2006/relationships/customXml" Target="../customXml/item1.xml"/><Relationship Id="rId3" Type="http://schemas.openxmlformats.org/officeDocument/2006/relationships/slideMaster" Target="slideMasters/slideMaster2.xml"/><Relationship Id="rId29" Type="http://schemas.openxmlformats.org/officeDocument/2006/relationships/customXmlProps" Target="../customXml/itemProps53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6096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12192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8288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24384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7"/>
          </p:nvPr>
        </p:nvSpPr>
        <p:spPr>
          <a:xfrm>
            <a:off x="11785600" y="6607768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  <p:sp>
        <p:nvSpPr>
          <p:cNvPr id="2" name="bk object 16"/>
          <p:cNvSpPr/>
          <p:nvPr/>
        </p:nvSpPr>
        <p:spPr>
          <a:xfrm>
            <a:off x="0" y="0"/>
            <a:ext cx="12192000" cy="670560"/>
          </a:xfrm>
          <a:custGeom>
            <a:avLst/>
            <a:gdLst/>
            <a:ahLst/>
            <a:cxnLst/>
            <a:rect l="l" t="t" r="r" b="b"/>
            <a:pathLst>
              <a:path w="9144000" h="502920">
                <a:moveTo>
                  <a:pt x="0" y="0"/>
                </a:moveTo>
                <a:lnTo>
                  <a:pt x="0" y="502920"/>
                </a:lnTo>
                <a:lnTo>
                  <a:pt x="9143999" y="50292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bk object 19"/>
          <p:cNvSpPr/>
          <p:nvPr/>
        </p:nvSpPr>
        <p:spPr>
          <a:xfrm>
            <a:off x="614472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bk object 20"/>
          <p:cNvSpPr/>
          <p:nvPr/>
        </p:nvSpPr>
        <p:spPr>
          <a:xfrm>
            <a:off x="498576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bk object 21"/>
          <p:cNvSpPr/>
          <p:nvPr/>
        </p:nvSpPr>
        <p:spPr>
          <a:xfrm>
            <a:off x="150923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6" name="bk object 22"/>
          <p:cNvSpPr/>
          <p:nvPr/>
        </p:nvSpPr>
        <p:spPr>
          <a:xfrm>
            <a:off x="573903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8" name="bk object 23"/>
          <p:cNvSpPr/>
          <p:nvPr/>
        </p:nvSpPr>
        <p:spPr>
          <a:xfrm>
            <a:off x="45801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bk object 24"/>
          <p:cNvSpPr/>
          <p:nvPr/>
        </p:nvSpPr>
        <p:spPr>
          <a:xfrm>
            <a:off x="22624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0" name="bk object 25"/>
          <p:cNvSpPr/>
          <p:nvPr/>
        </p:nvSpPr>
        <p:spPr>
          <a:xfrm>
            <a:off x="400075" y="266753"/>
            <a:ext cx="0" cy="158327"/>
          </a:xfrm>
          <a:custGeom>
            <a:avLst/>
            <a:gdLst/>
            <a:ahLst/>
            <a:cxnLst/>
            <a:rect l="l" t="t" r="r" b="b"/>
            <a:pathLst>
              <a:path h="118745">
                <a:moveTo>
                  <a:pt x="0" y="0"/>
                </a:moveTo>
                <a:lnTo>
                  <a:pt x="0" y="118366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1" name="bk object 26"/>
          <p:cNvSpPr/>
          <p:nvPr/>
        </p:nvSpPr>
        <p:spPr>
          <a:xfrm>
            <a:off x="284189" y="240262"/>
            <a:ext cx="0" cy="210820"/>
          </a:xfrm>
          <a:custGeom>
            <a:avLst/>
            <a:gdLst/>
            <a:ahLst/>
            <a:cxnLst/>
            <a:rect l="l" t="t" r="r" b="b"/>
            <a:pathLst>
              <a:path h="158115">
                <a:moveTo>
                  <a:pt x="0" y="0"/>
                </a:moveTo>
                <a:lnTo>
                  <a:pt x="0" y="157680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2" name="bk object 27"/>
          <p:cNvSpPr/>
          <p:nvPr/>
        </p:nvSpPr>
        <p:spPr>
          <a:xfrm>
            <a:off x="342132" y="187842"/>
            <a:ext cx="0" cy="315805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732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014472" y="37888"/>
            <a:ext cx="6197600" cy="59478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8630" y="73670"/>
            <a:ext cx="3130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609600"/>
            <a:r>
              <a:rPr lang="en-US" altLang="zh-CN" sz="2800" b="1" spc="5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endParaRPr lang="zh-CN" altLang="en-US" sz="2800" b="1" spc="5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71" y="226026"/>
            <a:ext cx="581672" cy="562041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23367" y="226026"/>
            <a:ext cx="4911091" cy="56204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85600" y="6578600"/>
            <a:ext cx="406400" cy="279401"/>
          </a:xfrm>
          <a:prstGeom prst="rect">
            <a:avLst/>
          </a:prstGeom>
        </p:spPr>
        <p:txBody>
          <a:bodyPr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128593-9A93-4E6B-B6F7-3D0EA6CFA3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3"/>
          <p:cNvSpPr/>
          <p:nvPr/>
        </p:nvSpPr>
        <p:spPr>
          <a:xfrm>
            <a:off x="1" y="2568447"/>
            <a:ext cx="12192337" cy="1713653"/>
          </a:xfrm>
          <a:custGeom>
            <a:avLst/>
            <a:gdLst/>
            <a:ahLst/>
            <a:cxnLst/>
            <a:rect l="l" t="t" r="r" b="b"/>
            <a:pathLst>
              <a:path w="7740650" h="1285239">
                <a:moveTo>
                  <a:pt x="0" y="1284732"/>
                </a:moveTo>
                <a:lnTo>
                  <a:pt x="7740395" y="1284732"/>
                </a:lnTo>
                <a:lnTo>
                  <a:pt x="7740395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14"/>
          <p:cNvSpPr/>
          <p:nvPr/>
        </p:nvSpPr>
        <p:spPr>
          <a:xfrm>
            <a:off x="1602723" y="2862919"/>
            <a:ext cx="742527" cy="743373"/>
          </a:xfrm>
          <a:custGeom>
            <a:avLst/>
            <a:gdLst/>
            <a:ahLst/>
            <a:cxnLst/>
            <a:rect l="l" t="t" r="r" b="b"/>
            <a:pathLst>
              <a:path w="556894" h="557530">
                <a:moveTo>
                  <a:pt x="142760" y="0"/>
                </a:moveTo>
                <a:lnTo>
                  <a:pt x="0" y="142748"/>
                </a:lnTo>
                <a:lnTo>
                  <a:pt x="414159" y="557022"/>
                </a:lnTo>
                <a:lnTo>
                  <a:pt x="556907" y="414274"/>
                </a:lnTo>
                <a:lnTo>
                  <a:pt x="142760" y="0"/>
                </a:lnTo>
                <a:close/>
              </a:path>
            </a:pathLst>
          </a:custGeom>
          <a:solidFill>
            <a:srgbClr val="F5841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5"/>
          <p:cNvSpPr/>
          <p:nvPr/>
        </p:nvSpPr>
        <p:spPr>
          <a:xfrm>
            <a:off x="1602723" y="3226139"/>
            <a:ext cx="742527" cy="742527"/>
          </a:xfrm>
          <a:custGeom>
            <a:avLst/>
            <a:gdLst/>
            <a:ahLst/>
            <a:cxnLst/>
            <a:rect l="l" t="t" r="r" b="b"/>
            <a:pathLst>
              <a:path w="556894" h="556894">
                <a:moveTo>
                  <a:pt x="414159" y="0"/>
                </a:moveTo>
                <a:lnTo>
                  <a:pt x="0" y="414273"/>
                </a:lnTo>
                <a:lnTo>
                  <a:pt x="142760" y="556894"/>
                </a:lnTo>
                <a:lnTo>
                  <a:pt x="556907" y="142747"/>
                </a:lnTo>
                <a:lnTo>
                  <a:pt x="414159" y="0"/>
                </a:lnTo>
                <a:close/>
              </a:path>
            </a:pathLst>
          </a:custGeom>
          <a:solidFill>
            <a:srgbClr val="FFAC84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>
              <a:solidFill>
                <a:srgbClr val="F38514"/>
              </a:solidFill>
            </a:endParaRPr>
          </a:p>
        </p:txBody>
      </p:sp>
      <p:sp>
        <p:nvSpPr>
          <p:cNvPr id="11" name="object 16"/>
          <p:cNvSpPr/>
          <p:nvPr/>
        </p:nvSpPr>
        <p:spPr>
          <a:xfrm>
            <a:off x="1" y="2568447"/>
            <a:ext cx="1871980" cy="1713653"/>
          </a:xfrm>
          <a:custGeom>
            <a:avLst/>
            <a:gdLst/>
            <a:ahLst/>
            <a:cxnLst/>
            <a:rect l="l" t="t" r="r" b="b"/>
            <a:pathLst>
              <a:path w="1403985" h="1285239">
                <a:moveTo>
                  <a:pt x="0" y="1284732"/>
                </a:moveTo>
                <a:lnTo>
                  <a:pt x="1403604" y="1284732"/>
                </a:lnTo>
                <a:lnTo>
                  <a:pt x="1403604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7"/>
          <p:cNvSpPr txBox="1"/>
          <p:nvPr/>
        </p:nvSpPr>
        <p:spPr>
          <a:xfrm>
            <a:off x="621936" y="3733800"/>
            <a:ext cx="6434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sz="2000" b="1" spc="-7">
                <a:solidFill>
                  <a:srgbClr val="F38514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endParaRPr sz="2000">
              <a:solidFill>
                <a:srgbClr val="F38514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object 18"/>
          <p:cNvSpPr/>
          <p:nvPr/>
        </p:nvSpPr>
        <p:spPr>
          <a:xfrm>
            <a:off x="1871471" y="2590801"/>
            <a:ext cx="241807" cy="169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2595001" y="2862919"/>
            <a:ext cx="8940800" cy="1104900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1" hasCustomPrompt="1"/>
          </p:nvPr>
        </p:nvSpPr>
        <p:spPr>
          <a:xfrm>
            <a:off x="406824" y="2929184"/>
            <a:ext cx="105833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ctr">
              <a:defRPr lang="zh-CN" altLang="en-US" sz="4400" b="1" kern="1200" spc="-7" smtClean="0">
                <a:solidFill>
                  <a:srgbClr val="F38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17145" lvl="0" algn="ctr" defTabSz="1219200" rtl="0" eaLnBrk="1" latinLnBrk="0" hangingPunct="1">
              <a:lnSpc>
                <a:spcPct val="100000"/>
              </a:lnSpc>
              <a:spcBef>
                <a:spcPts val="100"/>
              </a:spcBef>
            </a:pPr>
            <a:r>
              <a:rPr lang="zh-CN" altLang="en-US"/>
              <a:t>一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 userDrawn="1"/>
        </p:nvSpPr>
        <p:spPr>
          <a:xfrm>
            <a:off x="8519031" y="6434371"/>
            <a:ext cx="1146468" cy="2358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35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门店运营管理手册</a:t>
            </a:r>
            <a:endParaRPr lang="en-US" altLang="zh-CN" sz="935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椭圆 53"/>
          <p:cNvSpPr/>
          <p:nvPr userDrawn="1"/>
        </p:nvSpPr>
        <p:spPr>
          <a:xfrm>
            <a:off x="9767129" y="6425213"/>
            <a:ext cx="384137" cy="39251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1" tIns="60951" rIns="121901" bIns="60951" rtlCol="0" anchor="ctr"/>
          <a:lstStyle/>
          <a:p>
            <a:pPr algn="ctr"/>
            <a:endParaRPr lang="zh-CN" altLang="en-US" sz="3200" dirty="0"/>
          </a:p>
        </p:txBody>
      </p:sp>
      <p:sp>
        <p:nvSpPr>
          <p:cNvPr id="55" name="灯片编号占位符 5"/>
          <p:cNvSpPr txBox="1">
            <a:spLocks noChangeArrowheads="1"/>
          </p:cNvSpPr>
          <p:nvPr userDrawn="1"/>
        </p:nvSpPr>
        <p:spPr>
          <a:xfrm>
            <a:off x="9648474" y="6476819"/>
            <a:ext cx="619021" cy="44127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457200" rtl="0" eaLnBrk="1" latinLnBrk="0" hangingPunct="1">
              <a:defRPr sz="1100" b="0" kern="1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F634C5BF-DAC4-4F87-9DFA-648C47EE1DE1}" type="slidenum">
              <a:rPr lang="zh-CN" altLang="en-US" sz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8763643" y="6621017"/>
            <a:ext cx="9188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好体验 </a:t>
            </a:r>
            <a:r>
              <a:rPr lang="en-US" altLang="zh-CN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高效率 </a:t>
            </a:r>
            <a:endParaRPr lang="en-US" altLang="zh-CN" sz="800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4978" y="6460283"/>
            <a:ext cx="792628" cy="3214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60" y="4184"/>
            <a:ext cx="12192000" cy="6853816"/>
          </a:xfrm>
          <a:prstGeom prst="rect">
            <a:avLst/>
          </a:prstGeom>
        </p:spPr>
      </p:pic>
      <p:sp>
        <p:nvSpPr>
          <p:cNvPr id="11" name="灯片编号占位符 3"/>
          <p:cNvSpPr txBox="1"/>
          <p:nvPr/>
        </p:nvSpPr>
        <p:spPr>
          <a:xfrm>
            <a:off x="11502756" y="5749964"/>
            <a:ext cx="632059" cy="3168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100" kern="1200">
                <a:solidFill>
                  <a:srgbClr val="574E4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08000" y="360000"/>
            <a:ext cx="5400000" cy="648000"/>
          </a:xfrm>
          <a:prstGeom prst="rect">
            <a:avLst/>
          </a:prstGeom>
        </p:spPr>
        <p:txBody>
          <a:bodyPr tIns="36000" bIns="36000" anchor="ctr"/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  <p:pic>
        <p:nvPicPr>
          <p:cNvPr id="10" name="图片 9" descr="13号晚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" name="图片 0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2" name="图片 1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0" name="图片 9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7" name="图片 6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2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8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9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0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1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4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7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8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9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0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0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71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72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73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/>
            </a:fld>
            <a:endParaRPr lang="en-US"/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4"/>
          </p:nvPr>
        </p:nvSpPr>
        <p:spPr>
          <a:xfrm>
            <a:off x="11785600" y="6611779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1" Type="http://schemas.openxmlformats.org/officeDocument/2006/relationships/notesSlide" Target="../notesSlides/notesSlide6.xml"/><Relationship Id="rId50" Type="http://schemas.openxmlformats.org/officeDocument/2006/relationships/slideLayout" Target="../slideLayouts/slideLayout17.xml"/><Relationship Id="rId5" Type="http://schemas.openxmlformats.org/officeDocument/2006/relationships/tags" Target="../tags/tag5.xml"/><Relationship Id="rId49" Type="http://schemas.openxmlformats.org/officeDocument/2006/relationships/image" Target="../media/image22.svg"/><Relationship Id="rId48" Type="http://schemas.openxmlformats.org/officeDocument/2006/relationships/image" Target="../media/image21.png"/><Relationship Id="rId47" Type="http://schemas.openxmlformats.org/officeDocument/2006/relationships/tags" Target="../tags/tag37.xml"/><Relationship Id="rId46" Type="http://schemas.openxmlformats.org/officeDocument/2006/relationships/image" Target="../media/image20.svg"/><Relationship Id="rId45" Type="http://schemas.openxmlformats.org/officeDocument/2006/relationships/image" Target="../media/image19.png"/><Relationship Id="rId44" Type="http://schemas.openxmlformats.org/officeDocument/2006/relationships/tags" Target="../tags/tag36.xml"/><Relationship Id="rId43" Type="http://schemas.openxmlformats.org/officeDocument/2006/relationships/image" Target="../media/image18.svg"/><Relationship Id="rId42" Type="http://schemas.openxmlformats.org/officeDocument/2006/relationships/image" Target="../media/image17.png"/><Relationship Id="rId41" Type="http://schemas.openxmlformats.org/officeDocument/2006/relationships/tags" Target="../tags/tag35.xml"/><Relationship Id="rId40" Type="http://schemas.openxmlformats.org/officeDocument/2006/relationships/image" Target="../media/image16.svg"/><Relationship Id="rId4" Type="http://schemas.openxmlformats.org/officeDocument/2006/relationships/tags" Target="../tags/tag4.xml"/><Relationship Id="rId39" Type="http://schemas.openxmlformats.org/officeDocument/2006/relationships/image" Target="../media/image15.png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image" Target="../media/image14.svg"/><Relationship Id="rId35" Type="http://schemas.openxmlformats.org/officeDocument/2006/relationships/image" Target="../media/image13.png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image" Target="../media/image12.svg"/><Relationship Id="rId31" Type="http://schemas.openxmlformats.org/officeDocument/2006/relationships/image" Target="../media/image11.png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93700" y="1717626"/>
            <a:ext cx="101917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店长角色认知</a:t>
            </a:r>
            <a:endParaRPr lang="zh-CN" altLang="en-US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393700" y="3034030"/>
            <a:ext cx="1082865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36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从执行者到经营者</a:t>
            </a:r>
            <a:endParaRPr lang="zh-CN" altLang="en-US" sz="36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2240915" y="1849755"/>
            <a:ext cx="7922895" cy="23006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种角色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大指标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店长应具备的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大能力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VS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店员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4790" y="2881630"/>
            <a:ext cx="9700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4"/>
                </a:solidFill>
                <a:latin typeface="微软雅黑" panose="020B0503020204020204" pitchFamily="34" charset="-122"/>
              </a:rPr>
              <a:t>店长的工作内容</a:t>
            </a:r>
            <a:r>
              <a:rPr lang="en-US" altLang="zh-CN" sz="2800" b="1">
                <a:solidFill>
                  <a:schemeClr val="accent4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2800" b="1">
                <a:solidFill>
                  <a:schemeClr val="accent4"/>
                </a:solidFill>
                <a:latin typeface="微软雅黑" panose="020B0503020204020204" pitchFamily="34" charset="-122"/>
              </a:rPr>
              <a:t>能力要求，对比其他员工有什么不同？</a:t>
            </a:r>
            <a:endParaRPr lang="zh-CN" altLang="en-US" sz="2800" b="1">
              <a:solidFill>
                <a:schemeClr val="accent4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79425" y="1416685"/>
            <a:ext cx="3980180" cy="914400"/>
            <a:chOff x="6991" y="1998"/>
            <a:chExt cx="6268" cy="1440"/>
          </a:xfrm>
        </p:grpSpPr>
        <p:sp>
          <p:nvSpPr>
            <p:cNvPr id="8" name="文本框 7"/>
            <p:cNvSpPr txBox="1"/>
            <p:nvPr/>
          </p:nvSpPr>
          <p:spPr>
            <a:xfrm>
              <a:off x="8352" y="2338"/>
              <a:ext cx="490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/>
                <a:t>思考</a:t>
              </a:r>
              <a:r>
                <a:rPr lang="en-US" altLang="zh-CN" sz="3200" b="1"/>
                <a:t>&amp;</a:t>
              </a:r>
              <a:r>
                <a:rPr lang="zh-CN" altLang="en-US" sz="3200" b="1"/>
                <a:t>讨论</a:t>
              </a:r>
              <a:endParaRPr lang="zh-CN" altLang="en-US" sz="3200" b="1"/>
            </a:p>
          </p:txBody>
        </p:sp>
        <p:pic>
          <p:nvPicPr>
            <p:cNvPr id="10" name="图片 9" descr="机器学习主动思考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91" y="1998"/>
              <a:ext cx="1440" cy="14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VS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店员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18790" y="1842135"/>
            <a:ext cx="615505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店员关注的是“我今天把任务做完了吗”，</a:t>
            </a:r>
            <a:endParaRPr lang="zh-CN" altLang="en-US" sz="24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24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24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而店长得关注“团队有没有一起把目标完成”</a:t>
            </a:r>
            <a:endParaRPr lang="zh-CN" altLang="en-US" sz="24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6760" y="4281805"/>
            <a:ext cx="900493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1" i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少问“我自己怎么做”，多想想“我如何带领团队一起做到”。</a:t>
            </a:r>
            <a:endParaRPr lang="zh-CN" altLang="en-US" sz="2400" b="1" i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3416935" y="2355215"/>
            <a:ext cx="493839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店长的</a:t>
            </a:r>
            <a:r>
              <a:rPr lang="en-US" altLang="zh-CN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种角色</a:t>
            </a:r>
            <a:endParaRPr lang="zh-CN" altLang="en-US" sz="54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"/>
            </p:custDataLst>
          </p:nvPr>
        </p:nvSpPr>
        <p:spPr>
          <a:xfrm>
            <a:off x="6571930" y="5394662"/>
            <a:ext cx="1966020" cy="426505"/>
          </a:xfrm>
          <a:custGeom>
            <a:avLst/>
            <a:gdLst>
              <a:gd name="connsiteX0" fmla="*/ 0 w 1949713"/>
              <a:gd name="connsiteY0" fmla="*/ 423193 h 445864"/>
              <a:gd name="connsiteX1" fmla="*/ 0 w 1949713"/>
              <a:gd name="connsiteY1" fmla="*/ 423193 h 445864"/>
              <a:gd name="connsiteX2" fmla="*/ 733032 w 1949713"/>
              <a:gd name="connsiteY2" fmla="*/ 430750 h 445864"/>
              <a:gd name="connsiteX3" fmla="*/ 1156225 w 1949713"/>
              <a:gd name="connsiteY3" fmla="*/ 430750 h 445864"/>
              <a:gd name="connsiteX4" fmla="*/ 1292251 w 1949713"/>
              <a:gd name="connsiteY4" fmla="*/ 423193 h 445864"/>
              <a:gd name="connsiteX5" fmla="*/ 1330036 w 1949713"/>
              <a:gd name="connsiteY5" fmla="*/ 415636 h 445864"/>
              <a:gd name="connsiteX6" fmla="*/ 1367822 w 1949713"/>
              <a:gd name="connsiteY6" fmla="*/ 423193 h 445864"/>
              <a:gd name="connsiteX7" fmla="*/ 1488734 w 1949713"/>
              <a:gd name="connsiteY7" fmla="*/ 445864 h 445864"/>
              <a:gd name="connsiteX8" fmla="*/ 1775901 w 1949713"/>
              <a:gd name="connsiteY8" fmla="*/ 0 h 445864"/>
              <a:gd name="connsiteX9" fmla="*/ 1949713 w 1949713"/>
              <a:gd name="connsiteY9" fmla="*/ 0 h 445864"/>
              <a:gd name="connsiteX0-1" fmla="*/ 0 w 1949713"/>
              <a:gd name="connsiteY0-2" fmla="*/ 423193 h 470957"/>
              <a:gd name="connsiteX1-3" fmla="*/ 0 w 1949713"/>
              <a:gd name="connsiteY1-4" fmla="*/ 423193 h 470957"/>
              <a:gd name="connsiteX2-5" fmla="*/ 733032 w 1949713"/>
              <a:gd name="connsiteY2-6" fmla="*/ 430750 h 470957"/>
              <a:gd name="connsiteX3-7" fmla="*/ 1156225 w 1949713"/>
              <a:gd name="connsiteY3-8" fmla="*/ 430750 h 470957"/>
              <a:gd name="connsiteX4-9" fmla="*/ 1292251 w 1949713"/>
              <a:gd name="connsiteY4-10" fmla="*/ 423193 h 470957"/>
              <a:gd name="connsiteX5-11" fmla="*/ 1330036 w 1949713"/>
              <a:gd name="connsiteY5-12" fmla="*/ 415636 h 470957"/>
              <a:gd name="connsiteX6-13" fmla="*/ 1488734 w 1949713"/>
              <a:gd name="connsiteY6-14" fmla="*/ 445864 h 470957"/>
              <a:gd name="connsiteX7-15" fmla="*/ 1775901 w 1949713"/>
              <a:gd name="connsiteY7-16" fmla="*/ 0 h 470957"/>
              <a:gd name="connsiteX8-17" fmla="*/ 1949713 w 1949713"/>
              <a:gd name="connsiteY8-18" fmla="*/ 0 h 470957"/>
              <a:gd name="connsiteX0-19" fmla="*/ 0 w 1949713"/>
              <a:gd name="connsiteY0-20" fmla="*/ 423193 h 472667"/>
              <a:gd name="connsiteX1-21" fmla="*/ 0 w 1949713"/>
              <a:gd name="connsiteY1-22" fmla="*/ 423193 h 472667"/>
              <a:gd name="connsiteX2-23" fmla="*/ 733032 w 1949713"/>
              <a:gd name="connsiteY2-24" fmla="*/ 430750 h 472667"/>
              <a:gd name="connsiteX3-25" fmla="*/ 1156225 w 1949713"/>
              <a:gd name="connsiteY3-26" fmla="*/ 430750 h 472667"/>
              <a:gd name="connsiteX4-27" fmla="*/ 1292251 w 1949713"/>
              <a:gd name="connsiteY4-28" fmla="*/ 423193 h 472667"/>
              <a:gd name="connsiteX5-29" fmla="*/ 1488734 w 1949713"/>
              <a:gd name="connsiteY5-30" fmla="*/ 445864 h 472667"/>
              <a:gd name="connsiteX6-31" fmla="*/ 1775901 w 1949713"/>
              <a:gd name="connsiteY6-32" fmla="*/ 0 h 472667"/>
              <a:gd name="connsiteX7-33" fmla="*/ 1949713 w 1949713"/>
              <a:gd name="connsiteY7-34" fmla="*/ 0 h 472667"/>
              <a:gd name="connsiteX0-35" fmla="*/ 0 w 1949713"/>
              <a:gd name="connsiteY0-36" fmla="*/ 423193 h 474737"/>
              <a:gd name="connsiteX1-37" fmla="*/ 0 w 1949713"/>
              <a:gd name="connsiteY1-38" fmla="*/ 423193 h 474737"/>
              <a:gd name="connsiteX2-39" fmla="*/ 733032 w 1949713"/>
              <a:gd name="connsiteY2-40" fmla="*/ 430750 h 474737"/>
              <a:gd name="connsiteX3-41" fmla="*/ 1156225 w 1949713"/>
              <a:gd name="connsiteY3-42" fmla="*/ 430750 h 474737"/>
              <a:gd name="connsiteX4-43" fmla="*/ 1488734 w 1949713"/>
              <a:gd name="connsiteY4-44" fmla="*/ 445864 h 474737"/>
              <a:gd name="connsiteX5-45" fmla="*/ 1775901 w 1949713"/>
              <a:gd name="connsiteY5-46" fmla="*/ 0 h 474737"/>
              <a:gd name="connsiteX6-47" fmla="*/ 1949713 w 1949713"/>
              <a:gd name="connsiteY6-48" fmla="*/ 0 h 474737"/>
              <a:gd name="connsiteX0-49" fmla="*/ 0 w 1949713"/>
              <a:gd name="connsiteY0-50" fmla="*/ 423193 h 474973"/>
              <a:gd name="connsiteX1-51" fmla="*/ 0 w 1949713"/>
              <a:gd name="connsiteY1-52" fmla="*/ 423193 h 474973"/>
              <a:gd name="connsiteX2-53" fmla="*/ 733032 w 1949713"/>
              <a:gd name="connsiteY2-54" fmla="*/ 430750 h 474973"/>
              <a:gd name="connsiteX3-55" fmla="*/ 1488734 w 1949713"/>
              <a:gd name="connsiteY3-56" fmla="*/ 445864 h 474973"/>
              <a:gd name="connsiteX4-57" fmla="*/ 1775901 w 1949713"/>
              <a:gd name="connsiteY4-58" fmla="*/ 0 h 474973"/>
              <a:gd name="connsiteX5-59" fmla="*/ 1949713 w 1949713"/>
              <a:gd name="connsiteY5-60" fmla="*/ 0 h 474973"/>
              <a:gd name="connsiteX0-61" fmla="*/ 0 w 1949713"/>
              <a:gd name="connsiteY0-62" fmla="*/ 423193 h 445864"/>
              <a:gd name="connsiteX1-63" fmla="*/ 0 w 1949713"/>
              <a:gd name="connsiteY1-64" fmla="*/ 423193 h 445864"/>
              <a:gd name="connsiteX2-65" fmla="*/ 1488734 w 1949713"/>
              <a:gd name="connsiteY2-66" fmla="*/ 445864 h 445864"/>
              <a:gd name="connsiteX3-67" fmla="*/ 1775901 w 1949713"/>
              <a:gd name="connsiteY3-68" fmla="*/ 0 h 445864"/>
              <a:gd name="connsiteX4-69" fmla="*/ 1949713 w 1949713"/>
              <a:gd name="connsiteY4-70" fmla="*/ 0 h 445864"/>
              <a:gd name="connsiteX0-71" fmla="*/ 0 w 1949713"/>
              <a:gd name="connsiteY0-72" fmla="*/ 423193 h 423193"/>
              <a:gd name="connsiteX1-73" fmla="*/ 0 w 1949713"/>
              <a:gd name="connsiteY1-74" fmla="*/ 423193 h 423193"/>
              <a:gd name="connsiteX2-75" fmla="*/ 1511405 w 1949713"/>
              <a:gd name="connsiteY2-76" fmla="*/ 408079 h 423193"/>
              <a:gd name="connsiteX3-77" fmla="*/ 1775901 w 1949713"/>
              <a:gd name="connsiteY3-78" fmla="*/ 0 h 423193"/>
              <a:gd name="connsiteX4-79" fmla="*/ 1949713 w 1949713"/>
              <a:gd name="connsiteY4-80" fmla="*/ 0 h 4231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49713" h="423193">
                <a:moveTo>
                  <a:pt x="0" y="423193"/>
                </a:moveTo>
                <a:lnTo>
                  <a:pt x="0" y="423193"/>
                </a:lnTo>
                <a:lnTo>
                  <a:pt x="1511405" y="408079"/>
                </a:lnTo>
                <a:lnTo>
                  <a:pt x="1775901" y="0"/>
                </a:lnTo>
                <a:lnTo>
                  <a:pt x="1949713" y="0"/>
                </a:lnTo>
              </a:path>
            </a:pathLst>
          </a:custGeom>
          <a:noFill/>
          <a:ln w="9525" cap="flat" cmpd="sng" algn="ctr">
            <a:solidFill>
              <a:srgbClr val="FF7429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2"/>
            </p:custDataLst>
          </p:nvPr>
        </p:nvSpPr>
        <p:spPr>
          <a:xfrm>
            <a:off x="4158913" y="3632929"/>
            <a:ext cx="600052" cy="386160"/>
          </a:xfrm>
          <a:custGeom>
            <a:avLst/>
            <a:gdLst>
              <a:gd name="connsiteX0" fmla="*/ 0 w 937"/>
              <a:gd name="connsiteY0" fmla="*/ 0 h 333"/>
              <a:gd name="connsiteX1" fmla="*/ 487 w 937"/>
              <a:gd name="connsiteY1" fmla="*/ 3 h 333"/>
              <a:gd name="connsiteX2" fmla="*/ 937 w 937"/>
              <a:gd name="connsiteY2" fmla="*/ 333 h 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7" h="333">
                <a:moveTo>
                  <a:pt x="0" y="0"/>
                </a:moveTo>
                <a:cubicBezTo>
                  <a:pt x="488" y="3"/>
                  <a:pt x="297" y="-2"/>
                  <a:pt x="487" y="3"/>
                </a:cubicBezTo>
                <a:lnTo>
                  <a:pt x="937" y="333"/>
                </a:lnTo>
              </a:path>
            </a:pathLst>
          </a:custGeom>
          <a:noFill/>
          <a:ln w="9525" cap="flat" cmpd="sng" algn="ctr">
            <a:solidFill>
              <a:srgbClr val="8830FE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 flipH="1">
            <a:off x="8016667" y="3632929"/>
            <a:ext cx="531530" cy="854290"/>
          </a:xfrm>
          <a:custGeom>
            <a:avLst/>
            <a:gdLst>
              <a:gd name="connsiteX0" fmla="*/ 0 w 937"/>
              <a:gd name="connsiteY0" fmla="*/ 0 h 333"/>
              <a:gd name="connsiteX1" fmla="*/ 487 w 937"/>
              <a:gd name="connsiteY1" fmla="*/ 3 h 333"/>
              <a:gd name="connsiteX2" fmla="*/ 937 w 937"/>
              <a:gd name="connsiteY2" fmla="*/ 333 h 333"/>
              <a:gd name="connsiteX0-1" fmla="*/ 0 w 10000"/>
              <a:gd name="connsiteY0-2" fmla="*/ 54 h 10054"/>
              <a:gd name="connsiteX1-3" fmla="*/ 3800 w 10000"/>
              <a:gd name="connsiteY1-4" fmla="*/ 50 h 10054"/>
              <a:gd name="connsiteX2-5" fmla="*/ 10000 w 10000"/>
              <a:gd name="connsiteY2-6" fmla="*/ 10054 h 10054"/>
              <a:gd name="connsiteX0-7" fmla="*/ 0 w 10000"/>
              <a:gd name="connsiteY0-8" fmla="*/ 54 h 10054"/>
              <a:gd name="connsiteX1-9" fmla="*/ 3419 w 10000"/>
              <a:gd name="connsiteY1-10" fmla="*/ 50 h 10054"/>
              <a:gd name="connsiteX2-11" fmla="*/ 10000 w 10000"/>
              <a:gd name="connsiteY2-12" fmla="*/ 10054 h 10054"/>
              <a:gd name="connsiteX0-13" fmla="*/ 0 w 10000"/>
              <a:gd name="connsiteY0-14" fmla="*/ 54 h 10054"/>
              <a:gd name="connsiteX1-15" fmla="*/ 3419 w 10000"/>
              <a:gd name="connsiteY1-16" fmla="*/ 50 h 10054"/>
              <a:gd name="connsiteX2-17" fmla="*/ 10000 w 10000"/>
              <a:gd name="connsiteY2-18" fmla="*/ 10054 h 10054"/>
              <a:gd name="connsiteX0-19" fmla="*/ 0 w 8603"/>
              <a:gd name="connsiteY0-20" fmla="*/ 54 h 10620"/>
              <a:gd name="connsiteX1-21" fmla="*/ 3419 w 8603"/>
              <a:gd name="connsiteY1-22" fmla="*/ 50 h 10620"/>
              <a:gd name="connsiteX2-23" fmla="*/ 8603 w 8603"/>
              <a:gd name="connsiteY2-24" fmla="*/ 10620 h 10620"/>
              <a:gd name="connsiteX0-25" fmla="*/ 0 w 10000"/>
              <a:gd name="connsiteY0-26" fmla="*/ 51 h 10000"/>
              <a:gd name="connsiteX1-27" fmla="*/ 3974 w 10000"/>
              <a:gd name="connsiteY1-28" fmla="*/ 47 h 10000"/>
              <a:gd name="connsiteX2-29" fmla="*/ 10000 w 10000"/>
              <a:gd name="connsiteY2-30" fmla="*/ 10000 h 10000"/>
              <a:gd name="connsiteX0-31" fmla="*/ 0 w 10295"/>
              <a:gd name="connsiteY0-32" fmla="*/ 0 h 10215"/>
              <a:gd name="connsiteX1-33" fmla="*/ 4269 w 10295"/>
              <a:gd name="connsiteY1-34" fmla="*/ 262 h 10215"/>
              <a:gd name="connsiteX2-35" fmla="*/ 10295 w 10295"/>
              <a:gd name="connsiteY2-36" fmla="*/ 10215 h 10215"/>
              <a:gd name="connsiteX0-37" fmla="*/ 0 w 10295"/>
              <a:gd name="connsiteY0-38" fmla="*/ 51 h 10000"/>
              <a:gd name="connsiteX1-39" fmla="*/ 4269 w 10295"/>
              <a:gd name="connsiteY1-40" fmla="*/ 47 h 10000"/>
              <a:gd name="connsiteX2-41" fmla="*/ 10295 w 10295"/>
              <a:gd name="connsiteY2-42" fmla="*/ 10000 h 10000"/>
              <a:gd name="connsiteX0-43" fmla="*/ 0 w 10295"/>
              <a:gd name="connsiteY0-44" fmla="*/ 895 h 10844"/>
              <a:gd name="connsiteX1-45" fmla="*/ 4269 w 10295"/>
              <a:gd name="connsiteY1-46" fmla="*/ 891 h 10844"/>
              <a:gd name="connsiteX2-47" fmla="*/ 10295 w 10295"/>
              <a:gd name="connsiteY2-48" fmla="*/ 10844 h 10844"/>
              <a:gd name="connsiteX0-49" fmla="*/ 0 w 10295"/>
              <a:gd name="connsiteY0-50" fmla="*/ 895 h 10844"/>
              <a:gd name="connsiteX1-51" fmla="*/ 4269 w 10295"/>
              <a:gd name="connsiteY1-52" fmla="*/ 891 h 10844"/>
              <a:gd name="connsiteX2-53" fmla="*/ 10295 w 10295"/>
              <a:gd name="connsiteY2-54" fmla="*/ 10844 h 10844"/>
              <a:gd name="connsiteX0-55" fmla="*/ 0 w 10295"/>
              <a:gd name="connsiteY0-56" fmla="*/ 6 h 9955"/>
              <a:gd name="connsiteX1-57" fmla="*/ 4269 w 10295"/>
              <a:gd name="connsiteY1-58" fmla="*/ 2 h 9955"/>
              <a:gd name="connsiteX2-59" fmla="*/ 10295 w 10295"/>
              <a:gd name="connsiteY2-60" fmla="*/ 9955 h 9955"/>
              <a:gd name="connsiteX0-61" fmla="*/ 0 w 10000"/>
              <a:gd name="connsiteY0-62" fmla="*/ 6 h 10000"/>
              <a:gd name="connsiteX1-63" fmla="*/ 4147 w 10000"/>
              <a:gd name="connsiteY1-64" fmla="*/ 2 h 10000"/>
              <a:gd name="connsiteX2-65" fmla="*/ 10000 w 10000"/>
              <a:gd name="connsiteY2-66" fmla="*/ 10000 h 10000"/>
              <a:gd name="connsiteX0-67" fmla="*/ 0 w 10000"/>
              <a:gd name="connsiteY0-68" fmla="*/ 1084 h 11078"/>
              <a:gd name="connsiteX1-69" fmla="*/ 4147 w 10000"/>
              <a:gd name="connsiteY1-70" fmla="*/ 1080 h 11078"/>
              <a:gd name="connsiteX2-71" fmla="*/ 10000 w 10000"/>
              <a:gd name="connsiteY2-72" fmla="*/ 11078 h 11078"/>
              <a:gd name="connsiteX0-73" fmla="*/ 0 w 10000"/>
              <a:gd name="connsiteY0-74" fmla="*/ 1084 h 11078"/>
              <a:gd name="connsiteX1-75" fmla="*/ 4147 w 10000"/>
              <a:gd name="connsiteY1-76" fmla="*/ 1080 h 11078"/>
              <a:gd name="connsiteX2-77" fmla="*/ 10000 w 10000"/>
              <a:gd name="connsiteY2-78" fmla="*/ 11078 h 11078"/>
              <a:gd name="connsiteX0-79" fmla="*/ 0 w 10000"/>
              <a:gd name="connsiteY0-80" fmla="*/ 1084 h 11078"/>
              <a:gd name="connsiteX1-81" fmla="*/ 4147 w 10000"/>
              <a:gd name="connsiteY1-82" fmla="*/ 1080 h 11078"/>
              <a:gd name="connsiteX2-83" fmla="*/ 10000 w 10000"/>
              <a:gd name="connsiteY2-84" fmla="*/ 11078 h 11078"/>
              <a:gd name="connsiteX0-85" fmla="*/ 0 w 10000"/>
              <a:gd name="connsiteY0-86" fmla="*/ 4 h 9998"/>
              <a:gd name="connsiteX1-87" fmla="*/ 4147 w 10000"/>
              <a:gd name="connsiteY1-88" fmla="*/ 0 h 9998"/>
              <a:gd name="connsiteX2-89" fmla="*/ 10000 w 10000"/>
              <a:gd name="connsiteY2-90" fmla="*/ 9998 h 9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998">
                <a:moveTo>
                  <a:pt x="0" y="4"/>
                </a:moveTo>
                <a:cubicBezTo>
                  <a:pt x="5881" y="89"/>
                  <a:pt x="75" y="23"/>
                  <a:pt x="4147" y="0"/>
                </a:cubicBezTo>
                <a:cubicBezTo>
                  <a:pt x="6049" y="2953"/>
                  <a:pt x="5181" y="2235"/>
                  <a:pt x="10000" y="9998"/>
                </a:cubicBezTo>
              </a:path>
            </a:pathLst>
          </a:custGeom>
          <a:noFill/>
          <a:ln w="9525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任意多边形 27"/>
          <p:cNvSpPr/>
          <p:nvPr>
            <p:custDataLst>
              <p:tags r:id="rId4"/>
            </p:custDataLst>
          </p:nvPr>
        </p:nvSpPr>
        <p:spPr>
          <a:xfrm>
            <a:off x="4235120" y="5366485"/>
            <a:ext cx="919611" cy="119114"/>
          </a:xfrm>
          <a:custGeom>
            <a:avLst/>
            <a:gdLst>
              <a:gd name="connsiteX0" fmla="*/ 0 w 1174"/>
              <a:gd name="connsiteY0" fmla="*/ 0 h 662"/>
              <a:gd name="connsiteX1" fmla="*/ 480 w 1174"/>
              <a:gd name="connsiteY1" fmla="*/ 480 h 662"/>
              <a:gd name="connsiteX2" fmla="*/ 1174 w 1174"/>
              <a:gd name="connsiteY2" fmla="*/ 662 h 662"/>
              <a:gd name="connsiteX0-1" fmla="*/ 0 w 10000"/>
              <a:gd name="connsiteY0-2" fmla="*/ 469 h 10469"/>
              <a:gd name="connsiteX1-3" fmla="*/ 8549 w 10000"/>
              <a:gd name="connsiteY1-4" fmla="*/ 0 h 10469"/>
              <a:gd name="connsiteX2-5" fmla="*/ 10000 w 10000"/>
              <a:gd name="connsiteY2-6" fmla="*/ 10469 h 10469"/>
              <a:gd name="connsiteX0-7" fmla="*/ 0 w 12230"/>
              <a:gd name="connsiteY0-8" fmla="*/ 469 h 4464"/>
              <a:gd name="connsiteX1-9" fmla="*/ 8549 w 12230"/>
              <a:gd name="connsiteY1-10" fmla="*/ 0 h 4464"/>
              <a:gd name="connsiteX2-11" fmla="*/ 12230 w 12230"/>
              <a:gd name="connsiteY2-12" fmla="*/ 4464 h 44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230" h="4464">
                <a:moveTo>
                  <a:pt x="0" y="469"/>
                </a:moveTo>
                <a:lnTo>
                  <a:pt x="8549" y="0"/>
                </a:lnTo>
                <a:cubicBezTo>
                  <a:pt x="10519" y="916"/>
                  <a:pt x="10260" y="3548"/>
                  <a:pt x="12230" y="4464"/>
                </a:cubicBezTo>
              </a:path>
            </a:pathLst>
          </a:custGeom>
          <a:noFill/>
          <a:ln w="9525" cap="flat" cmpd="sng" algn="ctr">
            <a:solidFill>
              <a:srgbClr val="F84949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>
            <a:off x="4257534" y="1907697"/>
            <a:ext cx="1650945" cy="765275"/>
          </a:xfrm>
          <a:custGeom>
            <a:avLst/>
            <a:gdLst>
              <a:gd name="connsiteX0" fmla="*/ 0 w 1790"/>
              <a:gd name="connsiteY0" fmla="*/ 0 h 193"/>
              <a:gd name="connsiteX1" fmla="*/ 1096 w 1790"/>
              <a:gd name="connsiteY1" fmla="*/ 11 h 193"/>
              <a:gd name="connsiteX2" fmla="*/ 1790 w 1790"/>
              <a:gd name="connsiteY2" fmla="*/ 193 h 193"/>
              <a:gd name="connsiteX0-1" fmla="*/ 0 w 10000"/>
              <a:gd name="connsiteY0-2" fmla="*/ 29 h 10029"/>
              <a:gd name="connsiteX1-3" fmla="*/ 5658 w 10000"/>
              <a:gd name="connsiteY1-4" fmla="*/ 0 h 10029"/>
              <a:gd name="connsiteX2-5" fmla="*/ 10000 w 10000"/>
              <a:gd name="connsiteY2-6" fmla="*/ 10029 h 100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10029">
                <a:moveTo>
                  <a:pt x="0" y="29"/>
                </a:moveTo>
                <a:lnTo>
                  <a:pt x="5658" y="0"/>
                </a:lnTo>
                <a:cubicBezTo>
                  <a:pt x="6950" y="3143"/>
                  <a:pt x="8708" y="6886"/>
                  <a:pt x="10000" y="10029"/>
                </a:cubicBezTo>
              </a:path>
            </a:pathLst>
          </a:custGeom>
          <a:noFill/>
          <a:ln w="9525" cap="flat" cmpd="sng" algn="ctr">
            <a:solidFill>
              <a:srgbClr val="376FF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6"/>
            </p:custDataLst>
          </p:nvPr>
        </p:nvSpPr>
        <p:spPr>
          <a:xfrm flipH="1">
            <a:off x="7697749" y="1910258"/>
            <a:ext cx="835719" cy="929857"/>
          </a:xfrm>
          <a:custGeom>
            <a:avLst/>
            <a:gdLst>
              <a:gd name="connsiteX0" fmla="*/ 0 w 1305"/>
              <a:gd name="connsiteY0" fmla="*/ 0 h 450"/>
              <a:gd name="connsiteX1" fmla="*/ 870 w 1305"/>
              <a:gd name="connsiteY1" fmla="*/ 15 h 450"/>
              <a:gd name="connsiteX2" fmla="*/ 1305 w 1305"/>
              <a:gd name="connsiteY2" fmla="*/ 450 h 450"/>
              <a:gd name="connsiteX0-1" fmla="*/ 0 w 10000"/>
              <a:gd name="connsiteY0-2" fmla="*/ 0 h 10000"/>
              <a:gd name="connsiteX1-3" fmla="*/ 6576 w 10000"/>
              <a:gd name="connsiteY1-4" fmla="*/ 5 h 10000"/>
              <a:gd name="connsiteX2-5" fmla="*/ 10000 w 10000"/>
              <a:gd name="connsiteY2-6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6576" y="5"/>
                </a:lnTo>
                <a:cubicBezTo>
                  <a:pt x="7687" y="3227"/>
                  <a:pt x="8889" y="6778"/>
                  <a:pt x="10000" y="10000"/>
                </a:cubicBezTo>
              </a:path>
            </a:pathLst>
          </a:custGeom>
          <a:noFill/>
          <a:ln w="9525" cap="flat" cmpd="sng" algn="ctr">
            <a:solidFill>
              <a:srgbClr val="17D594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9003520" y="5527865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总是问自己，我怎么解决这个问题，还能怎么做？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9007362" y="5116730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7429"/>
                </a:solidFill>
                <a:latin typeface="+mn-ea"/>
                <a:cs typeface="+mn-ea"/>
                <a:sym typeface="+mn-ea"/>
              </a:rPr>
              <a:t>问题终结者</a:t>
            </a:r>
            <a:endParaRPr lang="zh-CN" altLang="en-US" sz="2000" b="1">
              <a:solidFill>
                <a:srgbClr val="FF742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8963025" y="2071370"/>
            <a:ext cx="2854960" cy="1023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我的言行举止，是否匹配企业文化的要求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9006722" y="1663065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7D594"/>
                </a:solidFill>
                <a:latin typeface="+mn-ea"/>
                <a:cs typeface="+mn-ea"/>
                <a:sym typeface="+mn-ea"/>
              </a:rPr>
              <a:t>品牌代言人</a:t>
            </a:r>
            <a:endParaRPr lang="zh-CN" altLang="en-US" sz="2000" b="1">
              <a:solidFill>
                <a:srgbClr val="17D594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9003520" y="3810959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ym typeface="+mn-ea"/>
              </a:rPr>
              <a:t>总是想法设法让门店赚钱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9007362" y="3390859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门店经营者</a:t>
            </a:r>
            <a:endParaRPr lang="zh-CN" altLang="en-US" sz="2000" b="1">
              <a:solidFill>
                <a:srgbClr val="FFC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3"/>
            </p:custDataLst>
          </p:nvPr>
        </p:nvSpPr>
        <p:spPr>
          <a:xfrm>
            <a:off x="921703" y="5536831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ym typeface="+mn-ea"/>
              </a:rPr>
              <a:t>伙伴跟着我总是目标明确，行动一致，能打胜战</a:t>
            </a:r>
            <a:endParaRPr lang="zh-CN" altLang="en-US" sz="1400"/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矩形 34"/>
          <p:cNvSpPr/>
          <p:nvPr>
            <p:custDataLst>
              <p:tags r:id="rId14"/>
            </p:custDataLst>
          </p:nvPr>
        </p:nvSpPr>
        <p:spPr>
          <a:xfrm>
            <a:off x="925545" y="5116730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84949"/>
                </a:solidFill>
                <a:latin typeface="+mn-ea"/>
                <a:cs typeface="+mn-ea"/>
                <a:sym typeface="+mn-ea"/>
              </a:rPr>
              <a:t>团队领导者</a:t>
            </a:r>
            <a:endParaRPr lang="zh-CN" altLang="en-US" sz="2000" b="1">
              <a:solidFill>
                <a:srgbClr val="F8494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5"/>
            </p:custDataLst>
          </p:nvPr>
        </p:nvSpPr>
        <p:spPr>
          <a:xfrm>
            <a:off x="921703" y="2071640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ym typeface="+mn-ea"/>
              </a:rPr>
              <a:t>公司上级安排的任务和要求，我总能确保落地。先执行，后反馈。</a:t>
            </a:r>
            <a:endParaRPr lang="zh-CN" altLang="en-US" sz="1400"/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16"/>
            </p:custDataLst>
          </p:nvPr>
        </p:nvSpPr>
        <p:spPr>
          <a:xfrm>
            <a:off x="924905" y="1663065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>
                  <a:gsLst>
                    <a:gs pos="0">
                      <a:srgbClr val="376FFF">
                        <a:lumMod val="80000"/>
                        <a:lumOff val="20000"/>
                      </a:srgbClr>
                    </a:gs>
                    <a:gs pos="100000">
                      <a:srgbClr val="376FFF">
                        <a:lumMod val="80000"/>
                        <a:lumOff val="20000"/>
                      </a:srgbClr>
                    </a:gs>
                  </a:gsLst>
                  <a:lin ang="5400000" scaled="0"/>
                </a:gradFill>
                <a:latin typeface="+mn-ea"/>
                <a:cs typeface="+mn-ea"/>
                <a:sym typeface="+mn-ea"/>
              </a:rPr>
              <a:t>执行者</a:t>
            </a:r>
            <a:endParaRPr lang="zh-CN" altLang="en-US" sz="2000" b="1">
              <a:gradFill>
                <a:gsLst>
                  <a:gs pos="0">
                    <a:srgbClr val="376FFF">
                      <a:lumMod val="80000"/>
                      <a:lumOff val="20000"/>
                    </a:srgbClr>
                  </a:gs>
                  <a:gs pos="100000">
                    <a:srgbClr val="376FFF">
                      <a:lumMod val="80000"/>
                      <a:lumOff val="20000"/>
                    </a:srgbClr>
                  </a:gs>
                </a:gsLst>
                <a:lin ang="5400000" scaled="0"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7"/>
            </p:custDataLst>
          </p:nvPr>
        </p:nvSpPr>
        <p:spPr>
          <a:xfrm>
            <a:off x="3967434" y="1848780"/>
            <a:ext cx="151134" cy="151134"/>
          </a:xfrm>
          <a:prstGeom prst="ellipse">
            <a:avLst/>
          </a:prstGeom>
          <a:gradFill>
            <a:gsLst>
              <a:gs pos="0">
                <a:srgbClr val="376FFF">
                  <a:lumMod val="75000"/>
                  <a:lumOff val="25000"/>
                </a:srgbClr>
              </a:gs>
              <a:gs pos="100000">
                <a:srgbClr val="376FFF">
                  <a:lumMod val="85000"/>
                  <a:lumOff val="15000"/>
                </a:srgbClr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8"/>
            </p:custDataLst>
          </p:nvPr>
        </p:nvSpPr>
        <p:spPr>
          <a:xfrm>
            <a:off x="3961030" y="5303086"/>
            <a:ext cx="151134" cy="151134"/>
          </a:xfrm>
          <a:prstGeom prst="ellipse">
            <a:avLst/>
          </a:prstGeom>
          <a:gradFill>
            <a:gsLst>
              <a:gs pos="100000">
                <a:srgbClr val="F84949"/>
              </a:gs>
              <a:gs pos="0">
                <a:srgbClr val="F84949">
                  <a:lumMod val="85000"/>
                  <a:lumOff val="1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921703" y="3815442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ym typeface="+mn-ea"/>
              </a:rPr>
              <a:t>培养伙伴，助其成长，是我最重要</a:t>
            </a:r>
            <a:endParaRPr lang="zh-CN" altLang="en-US" sz="1400"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ym typeface="+mn-ea"/>
              </a:rPr>
              <a:t>的工作。伙伴没掌握，是我没教好</a:t>
            </a:r>
            <a:endParaRPr lang="zh-CN" altLang="en-US" sz="1400"/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0"/>
            </p:custDataLst>
          </p:nvPr>
        </p:nvSpPr>
        <p:spPr>
          <a:xfrm>
            <a:off x="925545" y="3390859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8830FE"/>
                </a:solidFill>
                <a:latin typeface="+mn-ea"/>
                <a:cs typeface="+mn-ea"/>
                <a:sym typeface="+mn-ea"/>
              </a:rPr>
              <a:t>教练</a:t>
            </a:r>
            <a:endParaRPr lang="zh-CN" altLang="en-US" sz="2000" b="1">
              <a:solidFill>
                <a:srgbClr val="8830FE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椭圆 33"/>
          <p:cNvSpPr/>
          <p:nvPr>
            <p:custDataLst>
              <p:tags r:id="rId21"/>
            </p:custDataLst>
          </p:nvPr>
        </p:nvSpPr>
        <p:spPr>
          <a:xfrm>
            <a:off x="3961030" y="3577214"/>
            <a:ext cx="151134" cy="151134"/>
          </a:xfrm>
          <a:prstGeom prst="ellipse">
            <a:avLst/>
          </a:prstGeom>
          <a:gradFill>
            <a:gsLst>
              <a:gs pos="100000">
                <a:srgbClr val="8830FE"/>
              </a:gs>
              <a:gs pos="0">
                <a:srgbClr val="8830FE">
                  <a:lumMod val="85000"/>
                  <a:lumOff val="1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椭圆 40"/>
          <p:cNvSpPr/>
          <p:nvPr>
            <p:custDataLst>
              <p:tags r:id="rId22"/>
            </p:custDataLst>
          </p:nvPr>
        </p:nvSpPr>
        <p:spPr>
          <a:xfrm>
            <a:off x="4515614" y="2747899"/>
            <a:ext cx="1687448" cy="1687448"/>
          </a:xfrm>
          <a:prstGeom prst="ellipse">
            <a:avLst/>
          </a:prstGeom>
          <a:gradFill>
            <a:gsLst>
              <a:gs pos="100000">
                <a:srgbClr val="8830FE">
                  <a:lumMod val="80000"/>
                  <a:lumOff val="20000"/>
                </a:srgbClr>
              </a:gs>
              <a:gs pos="0">
                <a:srgbClr val="8830FE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1" name="椭圆 50"/>
          <p:cNvSpPr/>
          <p:nvPr>
            <p:custDataLst>
              <p:tags r:id="rId23"/>
            </p:custDataLst>
          </p:nvPr>
        </p:nvSpPr>
        <p:spPr>
          <a:xfrm>
            <a:off x="4515614" y="3900615"/>
            <a:ext cx="1687448" cy="1687448"/>
          </a:xfrm>
          <a:prstGeom prst="ellipse">
            <a:avLst/>
          </a:prstGeom>
          <a:gradFill>
            <a:gsLst>
              <a:gs pos="100000">
                <a:srgbClr val="F84949">
                  <a:lumMod val="80000"/>
                  <a:lumOff val="20000"/>
                </a:srgbClr>
              </a:gs>
              <a:gs pos="0">
                <a:srgbClr val="F84949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24"/>
            </p:custDataLst>
          </p:nvPr>
        </p:nvSpPr>
        <p:spPr>
          <a:xfrm>
            <a:off x="5513994" y="4476973"/>
            <a:ext cx="1687448" cy="1687448"/>
          </a:xfrm>
          <a:prstGeom prst="ellipse">
            <a:avLst/>
          </a:prstGeom>
          <a:gradFill>
            <a:gsLst>
              <a:gs pos="100000">
                <a:srgbClr val="FF7429">
                  <a:lumMod val="80000"/>
                  <a:lumOff val="20000"/>
                </a:srgbClr>
              </a:gs>
              <a:gs pos="0">
                <a:srgbClr val="FF7429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椭圆 1"/>
          <p:cNvSpPr/>
          <p:nvPr>
            <p:custDataLst>
              <p:tags r:id="rId25"/>
            </p:custDataLst>
          </p:nvPr>
        </p:nvSpPr>
        <p:spPr>
          <a:xfrm>
            <a:off x="6512374" y="3900615"/>
            <a:ext cx="1687448" cy="1687448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lumMod val="80000"/>
                  <a:lumOff val="20000"/>
                </a:srgbClr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椭圆 37"/>
          <p:cNvSpPr/>
          <p:nvPr>
            <p:custDataLst>
              <p:tags r:id="rId26"/>
            </p:custDataLst>
          </p:nvPr>
        </p:nvSpPr>
        <p:spPr>
          <a:xfrm>
            <a:off x="6512374" y="2747899"/>
            <a:ext cx="1687448" cy="1687448"/>
          </a:xfrm>
          <a:prstGeom prst="ellipse">
            <a:avLst/>
          </a:prstGeom>
          <a:gradFill>
            <a:gsLst>
              <a:gs pos="100000">
                <a:srgbClr val="17D594">
                  <a:lumMod val="80000"/>
                  <a:lumOff val="20000"/>
                </a:srgbClr>
              </a:gs>
              <a:gs pos="0">
                <a:srgbClr val="17D594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5549856" y="2171542"/>
            <a:ext cx="1650945" cy="1687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578" h="2635">
                <a:moveTo>
                  <a:pt x="1261" y="0"/>
                </a:moveTo>
                <a:cubicBezTo>
                  <a:pt x="1988" y="0"/>
                  <a:pt x="2578" y="590"/>
                  <a:pt x="2578" y="1318"/>
                </a:cubicBezTo>
                <a:cubicBezTo>
                  <a:pt x="2578" y="2045"/>
                  <a:pt x="1988" y="2635"/>
                  <a:pt x="1261" y="2635"/>
                </a:cubicBezTo>
                <a:cubicBezTo>
                  <a:pt x="1158" y="2635"/>
                  <a:pt x="1059" y="2623"/>
                  <a:pt x="963" y="2601"/>
                </a:cubicBezTo>
                <a:lnTo>
                  <a:pt x="962" y="2601"/>
                </a:lnTo>
                <a:lnTo>
                  <a:pt x="969" y="2578"/>
                </a:lnTo>
                <a:cubicBezTo>
                  <a:pt x="1002" y="2464"/>
                  <a:pt x="1019" y="2343"/>
                  <a:pt x="1019" y="2218"/>
                </a:cubicBezTo>
                <a:cubicBezTo>
                  <a:pt x="1019" y="1604"/>
                  <a:pt x="599" y="1088"/>
                  <a:pt x="31" y="941"/>
                </a:cubicBezTo>
                <a:lnTo>
                  <a:pt x="0" y="934"/>
                </a:lnTo>
                <a:lnTo>
                  <a:pt x="2" y="926"/>
                </a:lnTo>
                <a:cubicBezTo>
                  <a:pt x="169" y="389"/>
                  <a:pt x="670" y="0"/>
                  <a:pt x="1261" y="0"/>
                </a:cubicBezTo>
                <a:close/>
              </a:path>
            </a:pathLst>
          </a:custGeom>
          <a:gradFill>
            <a:gsLst>
              <a:gs pos="100000">
                <a:srgbClr val="376FFF">
                  <a:lumMod val="80000"/>
                  <a:lumOff val="20000"/>
                </a:srgbClr>
              </a:gs>
              <a:gs pos="0">
                <a:srgbClr val="376FFF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椭圆 41"/>
          <p:cNvSpPr/>
          <p:nvPr>
            <p:custDataLst>
              <p:tags r:id="rId28"/>
            </p:custDataLst>
          </p:nvPr>
        </p:nvSpPr>
        <p:spPr>
          <a:xfrm>
            <a:off x="5479412" y="3289676"/>
            <a:ext cx="1755970" cy="175597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店长角色</a:t>
            </a:r>
            <a:endParaRPr lang="zh-CN" altLang="en-US" b="1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29"/>
            </p:custDataLst>
          </p:nvPr>
        </p:nvSpPr>
        <p:spPr>
          <a:xfrm flipH="1">
            <a:off x="8611597" y="1856465"/>
            <a:ext cx="151134" cy="151134"/>
          </a:xfrm>
          <a:prstGeom prst="ellipse">
            <a:avLst/>
          </a:prstGeom>
          <a:gradFill>
            <a:gsLst>
              <a:gs pos="100000">
                <a:srgbClr val="17D594">
                  <a:lumMod val="85000"/>
                  <a:lumOff val="15000"/>
                </a:srgbClr>
              </a:gs>
              <a:gs pos="0">
                <a:srgbClr val="17D594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3" name="图片 12" descr="343439383331313b343532303032383bbfcdbba7b9dcc0ed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336565" y="4784364"/>
            <a:ext cx="254238" cy="254238"/>
          </a:xfrm>
          <a:prstGeom prst="rect">
            <a:avLst/>
          </a:prstGeom>
        </p:spPr>
      </p:pic>
      <p:sp>
        <p:nvSpPr>
          <p:cNvPr id="17" name="椭圆 16"/>
          <p:cNvSpPr/>
          <p:nvPr>
            <p:custDataLst>
              <p:tags r:id="rId33"/>
            </p:custDataLst>
          </p:nvPr>
        </p:nvSpPr>
        <p:spPr>
          <a:xfrm flipH="1">
            <a:off x="8611597" y="5310770"/>
            <a:ext cx="151134" cy="151134"/>
          </a:xfrm>
          <a:prstGeom prst="ellipse">
            <a:avLst/>
          </a:prstGeom>
          <a:gradFill>
            <a:gsLst>
              <a:gs pos="100000">
                <a:srgbClr val="FF7429">
                  <a:lumMod val="85000"/>
                  <a:lumOff val="15000"/>
                </a:srgbClr>
              </a:gs>
              <a:gs pos="0">
                <a:srgbClr val="FF7429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4" name="图片 15" descr="343439383331313b343532303033313bd3a6d3c3c9ccb3c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22280" y="3446573"/>
            <a:ext cx="254238" cy="254238"/>
          </a:xfrm>
          <a:prstGeom prst="rect">
            <a:avLst/>
          </a:prstGeom>
        </p:spPr>
      </p:pic>
      <p:sp>
        <p:nvSpPr>
          <p:cNvPr id="21" name="椭圆 20"/>
          <p:cNvSpPr/>
          <p:nvPr>
            <p:custDataLst>
              <p:tags r:id="rId37"/>
            </p:custDataLst>
          </p:nvPr>
        </p:nvSpPr>
        <p:spPr>
          <a:xfrm flipH="1">
            <a:off x="8613518" y="3584899"/>
            <a:ext cx="151134" cy="151134"/>
          </a:xfrm>
          <a:prstGeom prst="ellipse">
            <a:avLst/>
          </a:prstGeom>
          <a:gradFill>
            <a:gsLst>
              <a:gs pos="100000">
                <a:srgbClr val="FFC000">
                  <a:lumMod val="85000"/>
                  <a:lumOff val="15000"/>
                </a:srgbClr>
              </a:gs>
              <a:gs pos="0">
                <a:srgbClr val="FFC000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9" name="图片 19" descr="343435383038363b343532323339393bd6b4d0d0d5aad2aa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167840" y="5390180"/>
            <a:ext cx="254238" cy="254238"/>
          </a:xfrm>
          <a:prstGeom prst="rect">
            <a:avLst/>
          </a:prstGeom>
        </p:spPr>
      </p:pic>
      <p:pic>
        <p:nvPicPr>
          <p:cNvPr id="52" name="图片 5" descr="343435383036303b343532343134393bcdb7c4d4b7e7b1a9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290796" y="2600608"/>
            <a:ext cx="254238" cy="254238"/>
          </a:xfrm>
          <a:prstGeom prst="rect">
            <a:avLst/>
          </a:prstGeom>
        </p:spPr>
      </p:pic>
      <p:pic>
        <p:nvPicPr>
          <p:cNvPr id="20" name="图片 16" descr="343439383331313b343532303033323bd3a6d3c3b9dcc0ed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075321" y="4628107"/>
            <a:ext cx="254238" cy="254238"/>
          </a:xfrm>
          <a:prstGeom prst="rect">
            <a:avLst/>
          </a:prstGeom>
        </p:spPr>
      </p:pic>
      <p:pic>
        <p:nvPicPr>
          <p:cNvPr id="26" name="图片 20" descr="343435383038363b343532323339383bd6b4d0d0cad6b6ce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123351" y="3280710"/>
            <a:ext cx="254238" cy="254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执行者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0" y="2583815"/>
            <a:ext cx="721804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32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核心是把公司政策和总部任务有效落实，</a:t>
            </a:r>
            <a:endParaRPr lang="zh-CN" altLang="en-US" sz="32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32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32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态度得是</a:t>
            </a:r>
            <a:r>
              <a:rPr lang="zh-CN" altLang="en-US" sz="3200" b="1" i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“先执行，再反馈”。</a:t>
            </a:r>
            <a:endParaRPr lang="zh-CN" altLang="en-US" sz="3200" b="1" i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品牌代言人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585" y="2160270"/>
            <a:ext cx="687959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刻提醒自己：你的行为，就是品牌最直接的代言。</a:t>
            </a:r>
            <a:endParaRPr lang="zh-CN" altLang="en-US" sz="24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1800" y="3559175"/>
            <a:ext cx="8547100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 i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如果你在店里总是积极微笑，顾客就更愿意停留，员工也会自然模仿；可要是你对公司制度抱怨，员工的态度也会跟着消极。</a:t>
            </a:r>
            <a:endParaRPr lang="zh-CN" altLang="en-US" sz="2400" b="1" i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门店经营者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1930" y="1981835"/>
            <a:ext cx="916940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8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店长要关心的是“这些事情能不能提升营业额和利润”</a:t>
            </a:r>
            <a:endParaRPr lang="zh-CN" altLang="en-US" sz="28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6895" y="4010660"/>
            <a:ext cx="829246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800" b="1" i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经营者思维的核心，就是不抱怨，而是寻找突破。</a:t>
            </a:r>
            <a:endParaRPr lang="zh-CN" altLang="en-US" sz="2800" b="1" i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问题终结者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93670" y="1232535"/>
            <a:ext cx="6805295" cy="737235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sz="2800" b="1">
                <a:solidFill>
                  <a:schemeClr val="accent4"/>
                </a:solidFill>
              </a:rPr>
              <a:t>管理没有对错，只是面对问题，解决问题</a:t>
            </a:r>
            <a:endParaRPr lang="zh-CN" altLang="en-US" sz="2800" b="1">
              <a:solidFill>
                <a:schemeClr val="accent4"/>
              </a:solidFill>
            </a:endParaRPr>
          </a:p>
        </p:txBody>
      </p:sp>
      <p:sp>
        <p:nvSpPr>
          <p:cNvPr id="65" name="矩形: 圆角 64"/>
          <p:cNvSpPr/>
          <p:nvPr>
            <p:custDataLst>
              <p:tags r:id="rId1"/>
            </p:custDataLst>
          </p:nvPr>
        </p:nvSpPr>
        <p:spPr>
          <a:xfrm>
            <a:off x="238125" y="2061845"/>
            <a:ext cx="12168505" cy="4117340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80000">
                <a:schemeClr val="accent2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1600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当你觉得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‘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产品不好卖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’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时，真正的考题是：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​​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我能做些什么，让产品更好卖？我能影响谁，推动改进？如果资源有限，我应该从哪里先突破？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​​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答案永远在行动中，不在对错辩论里。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endParaRPr lang="zh-CN" altLang="en-US" sz="2400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lvl="1" algn="l">
              <a:buClrTx/>
              <a:buSzTx/>
              <a:buFontTx/>
            </a:pPr>
            <a:endParaRPr lang="zh-CN" altLang="en-US" sz="2400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团队领导者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6380" y="3765550"/>
            <a:ext cx="91592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chemeClr val="accent4"/>
                </a:solidFill>
                <a:sym typeface="+mn-ea"/>
              </a:rPr>
              <a:t>领导者的行动是最有力的指令，“喊破嗓子不如做出样子</a:t>
            </a:r>
            <a:endParaRPr lang="en-US" altLang="zh-CN" sz="2800" b="1">
              <a:solidFill>
                <a:schemeClr val="accent4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40710" y="1883410"/>
            <a:ext cx="59099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32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要让团队目标一致、行动统一</a:t>
            </a:r>
            <a:endParaRPr lang="zh-CN" altLang="en-US" sz="32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教练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97935" y="1864995"/>
            <a:ext cx="4217035" cy="81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2">
                    <a:lumMod val="75000"/>
                  </a:schemeClr>
                </a:solidFill>
                <a:sym typeface="+mn-ea"/>
              </a:rPr>
              <a:t>伙伴没做好，是你没教好</a:t>
            </a:r>
            <a:endParaRPr lang="zh-CN" altLang="en-US" sz="2800" b="1">
              <a:solidFill>
                <a:schemeClr val="bg2">
                  <a:lumMod val="75000"/>
                </a:schemeClr>
              </a:solidFill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chemeClr val="bg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3095" y="3737610"/>
            <a:ext cx="8954135" cy="737235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sz="2800" b="1">
                <a:solidFill>
                  <a:schemeClr val="accent4"/>
                </a:solidFill>
              </a:rPr>
              <a:t>管理者的首要责任是：培养你的下属，让他比你更优秀</a:t>
            </a:r>
            <a:endParaRPr lang="zh-CN" altLang="en-US" sz="28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3416935" y="2355215"/>
            <a:ext cx="493839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店长的</a:t>
            </a:r>
            <a:r>
              <a:rPr lang="en-US" altLang="zh-CN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个指标</a:t>
            </a:r>
            <a:endParaRPr lang="zh-CN" altLang="en-US" sz="54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店长绩效的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大指标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: 形状 66"/>
          <p:cNvSpPr/>
          <p:nvPr>
            <p:custDataLst>
              <p:tags r:id="rId1"/>
            </p:custDataLst>
          </p:nvPr>
        </p:nvSpPr>
        <p:spPr>
          <a:xfrm>
            <a:off x="4578033" y="3372168"/>
            <a:ext cx="1610360" cy="1339850"/>
          </a:xfrm>
          <a:custGeom>
            <a:avLst/>
            <a:gdLst>
              <a:gd name="connsiteX0" fmla="*/ 1276741 w 1276742"/>
              <a:gd name="connsiteY0" fmla="*/ 0 h 1061986"/>
              <a:gd name="connsiteX1" fmla="*/ 1276742 w 1276742"/>
              <a:gd name="connsiteY1" fmla="*/ 754178 h 1061986"/>
              <a:gd name="connsiteX2" fmla="*/ 1193218 w 1276742"/>
              <a:gd name="connsiteY2" fmla="*/ 758133 h 1061986"/>
              <a:gd name="connsiteX3" fmla="*/ 661068 w 1276742"/>
              <a:gd name="connsiteY3" fmla="*/ 955275 h 1061986"/>
              <a:gd name="connsiteX4" fmla="*/ 533981 w 1276742"/>
              <a:gd name="connsiteY4" fmla="*/ 1061986 h 1061986"/>
              <a:gd name="connsiteX5" fmla="*/ 0 w 1276742"/>
              <a:gd name="connsiteY5" fmla="*/ 528005 h 1061986"/>
              <a:gd name="connsiteX6" fmla="*/ 102148 w 1276742"/>
              <a:gd name="connsiteY6" fmla="*/ 434642 h 1061986"/>
              <a:gd name="connsiteX7" fmla="*/ 210764 w 1276742"/>
              <a:gd name="connsiteY7" fmla="*/ 350038 h 1061986"/>
              <a:gd name="connsiteX8" fmla="*/ 226476 w 1276742"/>
              <a:gd name="connsiteY8" fmla="*/ 339564 h 1061986"/>
              <a:gd name="connsiteX9" fmla="*/ 231818 w 1276742"/>
              <a:gd name="connsiteY9" fmla="*/ 349407 h 1061986"/>
              <a:gd name="connsiteX10" fmla="*/ 567617 w 1276742"/>
              <a:gd name="connsiteY10" fmla="*/ 527950 h 1061986"/>
              <a:gd name="connsiteX11" fmla="*/ 972577 w 1276742"/>
              <a:gd name="connsiteY11" fmla="*/ 122990 h 1061986"/>
              <a:gd name="connsiteX12" fmla="*/ 964350 w 1276742"/>
              <a:gd name="connsiteY12" fmla="*/ 41377 h 1061986"/>
              <a:gd name="connsiteX13" fmla="*/ 960889 w 1276742"/>
              <a:gd name="connsiteY13" fmla="*/ 30227 h 1061986"/>
              <a:gd name="connsiteX14" fmla="*/ 977784 w 1276742"/>
              <a:gd name="connsiteY14" fmla="*/ 26610 h 1061986"/>
              <a:gd name="connsiteX15" fmla="*/ 1120866 w 1276742"/>
              <a:gd name="connsiteY15" fmla="*/ 7380 h 1061986"/>
              <a:gd name="connsiteX16" fmla="*/ 1276741 w 1276742"/>
              <a:gd name="connsiteY16" fmla="*/ 0 h 106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76742" h="1061986">
                <a:moveTo>
                  <a:pt x="1276741" y="0"/>
                </a:moveTo>
                <a:lnTo>
                  <a:pt x="1276742" y="754178"/>
                </a:lnTo>
                <a:lnTo>
                  <a:pt x="1193218" y="758133"/>
                </a:lnTo>
                <a:cubicBezTo>
                  <a:pt x="996274" y="776879"/>
                  <a:pt x="814351" y="847135"/>
                  <a:pt x="661068" y="955275"/>
                </a:cubicBezTo>
                <a:lnTo>
                  <a:pt x="533981" y="1061986"/>
                </a:lnTo>
                <a:lnTo>
                  <a:pt x="0" y="528005"/>
                </a:lnTo>
                <a:lnTo>
                  <a:pt x="102148" y="434642"/>
                </a:lnTo>
                <a:cubicBezTo>
                  <a:pt x="137272" y="405144"/>
                  <a:pt x="173502" y="376919"/>
                  <a:pt x="210764" y="350038"/>
                </a:cubicBezTo>
                <a:lnTo>
                  <a:pt x="226476" y="339564"/>
                </a:lnTo>
                <a:lnTo>
                  <a:pt x="231818" y="349407"/>
                </a:lnTo>
                <a:cubicBezTo>
                  <a:pt x="304592" y="457127"/>
                  <a:pt x="427834" y="527950"/>
                  <a:pt x="567617" y="527950"/>
                </a:cubicBezTo>
                <a:cubicBezTo>
                  <a:pt x="791270" y="527950"/>
                  <a:pt x="972577" y="346643"/>
                  <a:pt x="972577" y="122990"/>
                </a:cubicBezTo>
                <a:cubicBezTo>
                  <a:pt x="972577" y="95034"/>
                  <a:pt x="969744" y="67739"/>
                  <a:pt x="964350" y="41377"/>
                </a:cubicBezTo>
                <a:lnTo>
                  <a:pt x="960889" y="30227"/>
                </a:lnTo>
                <a:lnTo>
                  <a:pt x="977784" y="26610"/>
                </a:lnTo>
                <a:cubicBezTo>
                  <a:pt x="1024895" y="18407"/>
                  <a:pt x="1072612" y="11973"/>
                  <a:pt x="1120866" y="7380"/>
                </a:cubicBezTo>
                <a:lnTo>
                  <a:pt x="1276741" y="0"/>
                </a:lnTo>
                <a:close/>
              </a:path>
            </a:pathLst>
          </a:custGeom>
          <a:gradFill>
            <a:gsLst>
              <a:gs pos="85000">
                <a:srgbClr val="17D594">
                  <a:lumMod val="70000"/>
                  <a:lumOff val="30000"/>
                </a:srgbClr>
              </a:gs>
              <a:gs pos="0">
                <a:srgbClr val="17D594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任意多边形: 形状 70"/>
          <p:cNvSpPr/>
          <p:nvPr>
            <p:custDataLst>
              <p:tags r:id="rId2"/>
            </p:custDataLst>
          </p:nvPr>
        </p:nvSpPr>
        <p:spPr>
          <a:xfrm rot="8100000">
            <a:off x="3635693" y="4452303"/>
            <a:ext cx="1609725" cy="1337310"/>
          </a:xfrm>
          <a:custGeom>
            <a:avLst/>
            <a:gdLst>
              <a:gd name="connsiteX0" fmla="*/ 0 w 1276199"/>
              <a:gd name="connsiteY0" fmla="*/ 1060005 h 1060005"/>
              <a:gd name="connsiteX1" fmla="*/ 0 w 1276199"/>
              <a:gd name="connsiteY1" fmla="*/ 304875 h 1060005"/>
              <a:gd name="connsiteX2" fmla="*/ 161676 w 1276199"/>
              <a:gd name="connsiteY2" fmla="*/ 291757 h 1060005"/>
              <a:gd name="connsiteX3" fmla="*/ 678505 w 1276199"/>
              <a:gd name="connsiteY3" fmla="*/ 58217 h 1060005"/>
              <a:gd name="connsiteX4" fmla="*/ 742913 w 1276199"/>
              <a:gd name="connsiteY4" fmla="*/ 0 h 1060005"/>
              <a:gd name="connsiteX5" fmla="*/ 1276199 w 1276199"/>
              <a:gd name="connsiteY5" fmla="*/ 533284 h 1060005"/>
              <a:gd name="connsiteX6" fmla="*/ 1154511 w 1276199"/>
              <a:gd name="connsiteY6" fmla="*/ 643273 h 1060005"/>
              <a:gd name="connsiteX7" fmla="*/ 1039317 w 1276199"/>
              <a:gd name="connsiteY7" fmla="*/ 730030 h 1060005"/>
              <a:gd name="connsiteX8" fmla="*/ 1004619 w 1276199"/>
              <a:gd name="connsiteY8" fmla="*/ 752187 h 1060005"/>
              <a:gd name="connsiteX9" fmla="*/ 999492 w 1276199"/>
              <a:gd name="connsiteY9" fmla="*/ 742444 h 1060005"/>
              <a:gd name="connsiteX10" fmla="*/ 947600 w 1276199"/>
              <a:gd name="connsiteY10" fmla="*/ 678917 h 1060005"/>
              <a:gd name="connsiteX11" fmla="*/ 374901 w 1276199"/>
              <a:gd name="connsiteY11" fmla="*/ 678917 h 1060005"/>
              <a:gd name="connsiteX12" fmla="*/ 256290 w 1276199"/>
              <a:gd name="connsiteY12" fmla="*/ 965267 h 1060005"/>
              <a:gd name="connsiteX13" fmla="*/ 263374 w 1276199"/>
              <a:gd name="connsiteY13" fmla="*/ 1039178 h 1060005"/>
              <a:gd name="connsiteX14" fmla="*/ 130034 w 1276199"/>
              <a:gd name="connsiteY14" fmla="*/ 1054940 h 1060005"/>
              <a:gd name="connsiteX15" fmla="*/ 0 w 1276199"/>
              <a:gd name="connsiteY15" fmla="*/ 1060005 h 106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76199" h="1060005">
                <a:moveTo>
                  <a:pt x="0" y="1060005"/>
                </a:moveTo>
                <a:lnTo>
                  <a:pt x="0" y="304875"/>
                </a:lnTo>
                <a:lnTo>
                  <a:pt x="161676" y="291757"/>
                </a:lnTo>
                <a:cubicBezTo>
                  <a:pt x="346683" y="260953"/>
                  <a:pt x="525381" y="183107"/>
                  <a:pt x="678505" y="58217"/>
                </a:cubicBezTo>
                <a:lnTo>
                  <a:pt x="742913" y="0"/>
                </a:lnTo>
                <a:lnTo>
                  <a:pt x="1276199" y="533284"/>
                </a:lnTo>
                <a:lnTo>
                  <a:pt x="1154511" y="643273"/>
                </a:lnTo>
                <a:cubicBezTo>
                  <a:pt x="1116994" y="673873"/>
                  <a:pt x="1078562" y="702792"/>
                  <a:pt x="1039317" y="730030"/>
                </a:cubicBezTo>
                <a:lnTo>
                  <a:pt x="1004619" y="752187"/>
                </a:lnTo>
                <a:lnTo>
                  <a:pt x="999492" y="742444"/>
                </a:lnTo>
                <a:cubicBezTo>
                  <a:pt x="984666" y="719989"/>
                  <a:pt x="967369" y="698685"/>
                  <a:pt x="947600" y="678917"/>
                </a:cubicBezTo>
                <a:cubicBezTo>
                  <a:pt x="789454" y="520771"/>
                  <a:pt x="533047" y="520771"/>
                  <a:pt x="374901" y="678917"/>
                </a:cubicBezTo>
                <a:cubicBezTo>
                  <a:pt x="295827" y="757990"/>
                  <a:pt x="256291" y="861629"/>
                  <a:pt x="256290" y="965267"/>
                </a:cubicBezTo>
                <a:lnTo>
                  <a:pt x="263374" y="1039178"/>
                </a:lnTo>
                <a:lnTo>
                  <a:pt x="130034" y="1054940"/>
                </a:lnTo>
                <a:lnTo>
                  <a:pt x="0" y="1060005"/>
                </a:lnTo>
                <a:close/>
              </a:path>
            </a:pathLst>
          </a:custGeom>
          <a:gradFill>
            <a:gsLst>
              <a:gs pos="85000">
                <a:srgbClr val="376FFF">
                  <a:lumMod val="70000"/>
                  <a:lumOff val="30000"/>
                </a:srgbClr>
              </a:gs>
              <a:gs pos="0">
                <a:srgbClr val="376FFF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椭圆 54"/>
          <p:cNvSpPr/>
          <p:nvPr>
            <p:custDataLst>
              <p:tags r:id="rId3"/>
            </p:custDataLst>
          </p:nvPr>
        </p:nvSpPr>
        <p:spPr>
          <a:xfrm>
            <a:off x="4854893" y="3083878"/>
            <a:ext cx="877570" cy="877570"/>
          </a:xfrm>
          <a:prstGeom prst="ellipse">
            <a:avLst/>
          </a:prstGeom>
          <a:gradFill>
            <a:gsLst>
              <a:gs pos="44000">
                <a:srgbClr val="17D594"/>
              </a:gs>
              <a:gs pos="0">
                <a:srgbClr val="17D594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顾客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椭圆 55"/>
          <p:cNvSpPr/>
          <p:nvPr>
            <p:custDataLst>
              <p:tags r:id="rId4"/>
            </p:custDataLst>
          </p:nvPr>
        </p:nvSpPr>
        <p:spPr>
          <a:xfrm>
            <a:off x="3593148" y="4310698"/>
            <a:ext cx="877570" cy="877570"/>
          </a:xfrm>
          <a:prstGeom prst="ellipse">
            <a:avLst/>
          </a:prstGeom>
          <a:gradFill>
            <a:gsLst>
              <a:gs pos="44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  <a:gs pos="66000">
                <a:srgbClr val="376FFF"/>
              </a:gs>
              <a:gs pos="100000">
                <a:srgbClr val="376FF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员工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7" name="任意多边形: 形状 72"/>
          <p:cNvSpPr/>
          <p:nvPr>
            <p:custDataLst>
              <p:tags r:id="rId5"/>
            </p:custDataLst>
          </p:nvPr>
        </p:nvSpPr>
        <p:spPr>
          <a:xfrm>
            <a:off x="6246178" y="3372168"/>
            <a:ext cx="1612900" cy="1341755"/>
          </a:xfrm>
          <a:custGeom>
            <a:avLst/>
            <a:gdLst>
              <a:gd name="connsiteX0" fmla="*/ 0 w 1278677"/>
              <a:gd name="connsiteY0" fmla="*/ 0 h 1063676"/>
              <a:gd name="connsiteX1" fmla="*/ 155877 w 1278677"/>
              <a:gd name="connsiteY1" fmla="*/ 7381 h 1063676"/>
              <a:gd name="connsiteX2" fmla="*/ 298959 w 1278677"/>
              <a:gd name="connsiteY2" fmla="*/ 26610 h 1063676"/>
              <a:gd name="connsiteX3" fmla="*/ 335795 w 1278677"/>
              <a:gd name="connsiteY3" fmla="*/ 34495 h 1063676"/>
              <a:gd name="connsiteX4" fmla="*/ 331683 w 1278677"/>
              <a:gd name="connsiteY4" fmla="*/ 47742 h 1063676"/>
              <a:gd name="connsiteX5" fmla="*/ 323456 w 1278677"/>
              <a:gd name="connsiteY5" fmla="*/ 129355 h 1063676"/>
              <a:gd name="connsiteX6" fmla="*/ 728416 w 1278677"/>
              <a:gd name="connsiteY6" fmla="*/ 534315 h 1063676"/>
              <a:gd name="connsiteX7" fmla="*/ 1064215 w 1278677"/>
              <a:gd name="connsiteY7" fmla="*/ 355772 h 1063676"/>
              <a:gd name="connsiteX8" fmla="*/ 1066927 w 1278677"/>
              <a:gd name="connsiteY8" fmla="*/ 350776 h 1063676"/>
              <a:gd name="connsiteX9" fmla="*/ 1174595 w 1278677"/>
              <a:gd name="connsiteY9" fmla="*/ 434643 h 1063676"/>
              <a:gd name="connsiteX10" fmla="*/ 1278677 w 1278677"/>
              <a:gd name="connsiteY10" fmla="*/ 529773 h 1063676"/>
              <a:gd name="connsiteX11" fmla="*/ 744774 w 1278677"/>
              <a:gd name="connsiteY11" fmla="*/ 1063676 h 1063676"/>
              <a:gd name="connsiteX12" fmla="*/ 615675 w 1278677"/>
              <a:gd name="connsiteY12" fmla="*/ 955276 h 1063676"/>
              <a:gd name="connsiteX13" fmla="*/ 83525 w 1278677"/>
              <a:gd name="connsiteY13" fmla="*/ 758134 h 1063676"/>
              <a:gd name="connsiteX14" fmla="*/ 0 w 1278677"/>
              <a:gd name="connsiteY14" fmla="*/ 754179 h 1063676"/>
              <a:gd name="connsiteX15" fmla="*/ 0 w 1278677"/>
              <a:gd name="connsiteY15" fmla="*/ 0 h 106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78677" h="1063676">
                <a:moveTo>
                  <a:pt x="0" y="0"/>
                </a:moveTo>
                <a:lnTo>
                  <a:pt x="155877" y="7381"/>
                </a:lnTo>
                <a:cubicBezTo>
                  <a:pt x="204131" y="11974"/>
                  <a:pt x="251848" y="18407"/>
                  <a:pt x="298959" y="26610"/>
                </a:cubicBezTo>
                <a:lnTo>
                  <a:pt x="335795" y="34495"/>
                </a:lnTo>
                <a:lnTo>
                  <a:pt x="331683" y="47742"/>
                </a:lnTo>
                <a:cubicBezTo>
                  <a:pt x="326289" y="74104"/>
                  <a:pt x="323456" y="101399"/>
                  <a:pt x="323456" y="129355"/>
                </a:cubicBezTo>
                <a:cubicBezTo>
                  <a:pt x="323456" y="353008"/>
                  <a:pt x="504763" y="534315"/>
                  <a:pt x="728416" y="534315"/>
                </a:cubicBezTo>
                <a:cubicBezTo>
                  <a:pt x="868199" y="534315"/>
                  <a:pt x="991441" y="463492"/>
                  <a:pt x="1064215" y="355772"/>
                </a:cubicBezTo>
                <a:lnTo>
                  <a:pt x="1066927" y="350776"/>
                </a:lnTo>
                <a:lnTo>
                  <a:pt x="1174595" y="434643"/>
                </a:lnTo>
                <a:lnTo>
                  <a:pt x="1278677" y="529773"/>
                </a:lnTo>
                <a:lnTo>
                  <a:pt x="744774" y="1063676"/>
                </a:lnTo>
                <a:lnTo>
                  <a:pt x="615675" y="955276"/>
                </a:lnTo>
                <a:cubicBezTo>
                  <a:pt x="462393" y="847135"/>
                  <a:pt x="280468" y="776880"/>
                  <a:pt x="83525" y="758134"/>
                </a:cubicBezTo>
                <a:lnTo>
                  <a:pt x="0" y="7541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5000">
                <a:srgbClr val="FFC000">
                  <a:lumMod val="70000"/>
                  <a:lumOff val="30000"/>
                </a:srgbClr>
              </a:gs>
              <a:gs pos="0">
                <a:srgbClr val="FFC000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6"/>
            </p:custDataLst>
          </p:nvPr>
        </p:nvSpPr>
        <p:spPr>
          <a:xfrm>
            <a:off x="6726238" y="3092133"/>
            <a:ext cx="877570" cy="877570"/>
          </a:xfrm>
          <a:prstGeom prst="ellipse">
            <a:avLst/>
          </a:prstGeom>
          <a:gradFill>
            <a:gsLst>
              <a:gs pos="50000">
                <a:srgbClr val="FFC000"/>
              </a:gs>
              <a:gs pos="0">
                <a:srgbClr val="FFC000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营业额</a:t>
            </a:r>
            <a:endParaRPr lang="zh-CN" altLang="en-US" sz="16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0" name="任意多边形: 形状 76"/>
          <p:cNvSpPr/>
          <p:nvPr>
            <p:custDataLst>
              <p:tags r:id="rId7"/>
            </p:custDataLst>
          </p:nvPr>
        </p:nvSpPr>
        <p:spPr>
          <a:xfrm>
            <a:off x="7225348" y="4081463"/>
            <a:ext cx="1339850" cy="1605915"/>
          </a:xfrm>
          <a:custGeom>
            <a:avLst/>
            <a:gdLst>
              <a:gd name="connsiteX0" fmla="*/ 534034 w 1062218"/>
              <a:gd name="connsiteY0" fmla="*/ 0 h 1272934"/>
              <a:gd name="connsiteX1" fmla="*/ 620622 w 1062218"/>
              <a:gd name="connsiteY1" fmla="*/ 93608 h 1272934"/>
              <a:gd name="connsiteX2" fmla="*/ 705863 w 1062218"/>
              <a:gd name="connsiteY2" fmla="*/ 201702 h 1272934"/>
              <a:gd name="connsiteX3" fmla="*/ 725983 w 1062218"/>
              <a:gd name="connsiteY3" fmla="*/ 231493 h 1272934"/>
              <a:gd name="connsiteX4" fmla="*/ 677176 w 1062218"/>
              <a:gd name="connsiteY4" fmla="*/ 271762 h 1272934"/>
              <a:gd name="connsiteX5" fmla="*/ 558566 w 1062218"/>
              <a:gd name="connsiteY5" fmla="*/ 558112 h 1272934"/>
              <a:gd name="connsiteX6" fmla="*/ 963526 w 1062218"/>
              <a:gd name="connsiteY6" fmla="*/ 963072 h 1272934"/>
              <a:gd name="connsiteX7" fmla="*/ 1031607 w 1062218"/>
              <a:gd name="connsiteY7" fmla="*/ 956209 h 1272934"/>
              <a:gd name="connsiteX8" fmla="*/ 1033836 w 1062218"/>
              <a:gd name="connsiteY8" fmla="*/ 966313 h 1272934"/>
              <a:gd name="connsiteX9" fmla="*/ 1053944 w 1062218"/>
              <a:gd name="connsiteY9" fmla="*/ 1109114 h 1272934"/>
              <a:gd name="connsiteX10" fmla="*/ 1062218 w 1062218"/>
              <a:gd name="connsiteY10" fmla="*/ 1272934 h 1272934"/>
              <a:gd name="connsiteX11" fmla="*/ 308039 w 1062218"/>
              <a:gd name="connsiteY11" fmla="*/ 1272934 h 1272934"/>
              <a:gd name="connsiteX12" fmla="*/ 303660 w 1062218"/>
              <a:gd name="connsiteY12" fmla="*/ 1186224 h 1272934"/>
              <a:gd name="connsiteX13" fmla="*/ 103346 w 1062218"/>
              <a:gd name="connsiteY13" fmla="*/ 655633 h 1272934"/>
              <a:gd name="connsiteX14" fmla="*/ 0 w 1062218"/>
              <a:gd name="connsiteY14" fmla="*/ 534036 h 1272934"/>
              <a:gd name="connsiteX15" fmla="*/ 534034 w 1062218"/>
              <a:gd name="connsiteY15" fmla="*/ 0 h 127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218" h="1272934">
                <a:moveTo>
                  <a:pt x="534034" y="0"/>
                </a:moveTo>
                <a:lnTo>
                  <a:pt x="620622" y="93608"/>
                </a:lnTo>
                <a:cubicBezTo>
                  <a:pt x="650326" y="128552"/>
                  <a:pt x="678764" y="164608"/>
                  <a:pt x="705863" y="201702"/>
                </a:cubicBezTo>
                <a:lnTo>
                  <a:pt x="725983" y="231493"/>
                </a:lnTo>
                <a:lnTo>
                  <a:pt x="677176" y="271762"/>
                </a:lnTo>
                <a:cubicBezTo>
                  <a:pt x="603893" y="345046"/>
                  <a:pt x="558566" y="446286"/>
                  <a:pt x="558566" y="558112"/>
                </a:cubicBezTo>
                <a:cubicBezTo>
                  <a:pt x="558566" y="781765"/>
                  <a:pt x="739873" y="963072"/>
                  <a:pt x="963526" y="963072"/>
                </a:cubicBezTo>
                <a:lnTo>
                  <a:pt x="1031607" y="956209"/>
                </a:lnTo>
                <a:lnTo>
                  <a:pt x="1033836" y="966313"/>
                </a:lnTo>
                <a:cubicBezTo>
                  <a:pt x="1042326" y="1013324"/>
                  <a:pt x="1049053" y="1060948"/>
                  <a:pt x="1053944" y="1109114"/>
                </a:cubicBezTo>
                <a:lnTo>
                  <a:pt x="1062218" y="1272934"/>
                </a:lnTo>
                <a:lnTo>
                  <a:pt x="308039" y="1272934"/>
                </a:lnTo>
                <a:lnTo>
                  <a:pt x="303660" y="1186224"/>
                </a:lnTo>
                <a:cubicBezTo>
                  <a:pt x="283696" y="989639"/>
                  <a:pt x="212383" y="808235"/>
                  <a:pt x="103346" y="655633"/>
                </a:cubicBezTo>
                <a:lnTo>
                  <a:pt x="0" y="534036"/>
                </a:lnTo>
                <a:lnTo>
                  <a:pt x="534034" y="0"/>
                </a:lnTo>
                <a:close/>
              </a:path>
            </a:pathLst>
          </a:custGeom>
          <a:gradFill>
            <a:gsLst>
              <a:gs pos="85000">
                <a:srgbClr val="FF7429">
                  <a:lumMod val="70000"/>
                  <a:lumOff val="30000"/>
                </a:srgbClr>
              </a:gs>
              <a:gs pos="0">
                <a:srgbClr val="FF7429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1" name="椭圆 60"/>
          <p:cNvSpPr/>
          <p:nvPr>
            <p:custDataLst>
              <p:tags r:id="rId8"/>
            </p:custDataLst>
          </p:nvPr>
        </p:nvSpPr>
        <p:spPr>
          <a:xfrm>
            <a:off x="8001953" y="4342448"/>
            <a:ext cx="877570" cy="877570"/>
          </a:xfrm>
          <a:prstGeom prst="ellipse">
            <a:avLst/>
          </a:prstGeom>
          <a:gradFill>
            <a:gsLst>
              <a:gs pos="44000">
                <a:srgbClr val="FF7429"/>
              </a:gs>
              <a:gs pos="0">
                <a:srgbClr val="FF7429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利润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741420" y="2238375"/>
            <a:ext cx="1663065" cy="7899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服务，品质，卫生</a:t>
            </a:r>
            <a:endParaRPr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589213" y="156813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r">
              <a:buClrTx/>
              <a:buSzTx/>
              <a:buFontTx/>
            </a:pPr>
            <a:r>
              <a:rPr lang="zh-CN" altLang="en-US" b="1">
                <a:solidFill>
                  <a:srgbClr val="17D594"/>
                </a:solidFill>
                <a:sym typeface="+mn-ea"/>
              </a:rPr>
              <a:t>顾客满意</a:t>
            </a:r>
            <a:endParaRPr lang="zh-CN" altLang="en-US" b="1">
              <a:solidFill>
                <a:srgbClr val="17D594"/>
              </a:solidFill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466408" y="4056063"/>
            <a:ext cx="3018790" cy="7899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能力提升，晋升，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赚到钱，工作开心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57543" y="339566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r">
              <a:buClrTx/>
              <a:buSzTx/>
              <a:buFontTx/>
            </a:pPr>
            <a:r>
              <a:rPr lang="zh-CN" altLang="en-US" b="1">
                <a:solidFill>
                  <a:srgbClr val="376FFF"/>
                </a:solidFill>
                <a:sym typeface="+mn-ea"/>
              </a:rPr>
              <a:t>员工满意</a:t>
            </a:r>
            <a:r>
              <a:rPr lang="en-US" altLang="zh-CN" b="1">
                <a:solidFill>
                  <a:srgbClr val="376FFF"/>
                </a:solidFill>
                <a:sym typeface="+mn-ea"/>
              </a:rPr>
              <a:t> </a:t>
            </a:r>
            <a:endParaRPr lang="en-US" altLang="zh-CN" b="1">
              <a:solidFill>
                <a:srgbClr val="376FFF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6877368" y="1575118"/>
            <a:ext cx="2827656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C000"/>
                </a:solidFill>
                <a:sym typeface="+mn-ea"/>
              </a:rPr>
              <a:t>营业额达标</a:t>
            </a:r>
            <a:endParaRPr lang="zh-CN" altLang="en-US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8802053" y="339566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7429"/>
                </a:solidFill>
                <a:sym typeface="+mn-ea"/>
              </a:rPr>
              <a:t>利润达标</a:t>
            </a:r>
            <a:endParaRPr lang="zh-CN" altLang="en-US" b="1">
              <a:solidFill>
                <a:srgbClr val="FF7429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957070" y="2355215"/>
            <a:ext cx="829246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店长需具备的的</a:t>
            </a:r>
            <a:r>
              <a:rPr lang="en-US" altLang="zh-CN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54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个能力</a:t>
            </a:r>
            <a:endParaRPr lang="zh-CN" altLang="en-US" sz="54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店长的能力要求</a:t>
            </a:r>
            <a:endParaRPr lang="zh-CN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" name="ECB019B1-382A-4266-B25C-5B523AA43C14-1" descr="C:/Users/JMF-LDY/AppData/Local/Temp/wpp.YuzaaP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1" y="1313498"/>
            <a:ext cx="11971655" cy="470725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4626610" y="5936615"/>
            <a:ext cx="26568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4400" b="1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大能力</a:t>
            </a:r>
            <a:endParaRPr lang="zh-CN" altLang="en-US" sz="44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店长的角色认知</a:t>
            </a:r>
            <a:endParaRPr lang="zh-CN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030" y="921385"/>
            <a:ext cx="6325870" cy="30073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855" y="3996055"/>
            <a:ext cx="5478780" cy="27533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820150" y="1636395"/>
            <a:ext cx="1851660" cy="1573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>
                <a:solidFill>
                  <a:schemeClr val="bg2">
                    <a:lumMod val="75000"/>
                  </a:schemeClr>
                </a:solidFill>
                <a:sym typeface="+mn-ea"/>
              </a:rPr>
              <a:t>6</a:t>
            </a:r>
            <a:r>
              <a:rPr lang="zh-CN" altLang="en-US" sz="4400" b="1">
                <a:solidFill>
                  <a:schemeClr val="bg2">
                    <a:lumMod val="75000"/>
                  </a:schemeClr>
                </a:solidFill>
                <a:sym typeface="+mn-ea"/>
              </a:rPr>
              <a:t>大</a:t>
            </a:r>
            <a:endParaRPr lang="zh-CN" altLang="en-US" sz="4400" b="1">
              <a:solidFill>
                <a:schemeClr val="bg2">
                  <a:lumMod val="75000"/>
                </a:schemeClr>
              </a:solidFill>
              <a:sym typeface="+mn-ea"/>
            </a:endParaRPr>
          </a:p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400" b="1">
                <a:solidFill>
                  <a:schemeClr val="bg2">
                    <a:lumMod val="75000"/>
                  </a:schemeClr>
                </a:solidFill>
                <a:sym typeface="+mn-ea"/>
              </a:rPr>
              <a:t>角色</a:t>
            </a:r>
            <a:endParaRPr lang="zh-CN" altLang="en-US" sz="4400" b="1">
              <a:solidFill>
                <a:schemeClr val="bg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47150" y="4756150"/>
            <a:ext cx="1851660" cy="1573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>
                <a:solidFill>
                  <a:schemeClr val="bg2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 sz="4400" b="1">
                <a:solidFill>
                  <a:schemeClr val="bg2">
                    <a:lumMod val="75000"/>
                  </a:schemeClr>
                </a:solidFill>
                <a:sym typeface="+mn-ea"/>
              </a:rPr>
              <a:t>大</a:t>
            </a:r>
            <a:endParaRPr lang="zh-CN" altLang="en-US" sz="4400" b="1">
              <a:solidFill>
                <a:schemeClr val="bg2">
                  <a:lumMod val="75000"/>
                </a:schemeClr>
              </a:solidFill>
              <a:sym typeface="+mn-ea"/>
            </a:endParaRPr>
          </a:p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400" b="1">
                <a:solidFill>
                  <a:schemeClr val="bg2">
                    <a:lumMod val="75000"/>
                  </a:schemeClr>
                </a:solidFill>
                <a:sym typeface="+mn-ea"/>
              </a:rPr>
              <a:t>指标</a:t>
            </a:r>
            <a:endParaRPr lang="zh-CN" altLang="en-US" sz="4400" b="1">
              <a:solidFill>
                <a:schemeClr val="bg2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店长的能力要求</a:t>
            </a:r>
            <a:endParaRPr lang="zh-CN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26610" y="5936615"/>
            <a:ext cx="26568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4400" b="1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大能力</a:t>
            </a:r>
            <a:endParaRPr lang="zh-CN" altLang="en-US" sz="44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ECB019B1-382A-4266-B25C-5B523AA43C14-2" descr="C:/Users/JMF-LDY/AppData/Local/Temp/wpp.YuzaaP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1" y="1313498"/>
            <a:ext cx="11971655" cy="4707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店长的角色认知</a:t>
            </a:r>
            <a:endParaRPr lang="zh-CN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74800" y="2710180"/>
            <a:ext cx="9445625" cy="15684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32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请大家记住：</a:t>
            </a:r>
            <a:endParaRPr lang="zh-CN" altLang="en-US" sz="32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200" b="1" i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店长不是最能干的员工，而是最会带团队的经营者。</a:t>
            </a:r>
            <a:endParaRPr lang="zh-CN" altLang="en-US" sz="3200" b="1" i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999990" y="2830195"/>
            <a:ext cx="2191385" cy="1045210"/>
          </a:xfrm>
          <a:prstGeom prst="rect">
            <a:avLst/>
          </a:prstGeom>
          <a:noFill/>
        </p:spPr>
        <p:txBody>
          <a:bodyPr wrap="square" lIns="121920" tIns="60960" rIns="121920" bIns="60960" anchor="ctr">
            <a:spAutoFit/>
          </a:bodyPr>
          <a:lstStyle/>
          <a:p>
            <a:r>
              <a:rPr lang="zh-CN" altLang="en-US" sz="60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   </a:t>
            </a:r>
            <a:endParaRPr lang="en-US" altLang="zh-CN" sz="20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10775" y="6075045"/>
            <a:ext cx="17767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陈晓腾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>
                <a:solidFill>
                  <a:schemeClr val="bg1"/>
                </a:solidFill>
                <a:latin typeface="Agency FB" panose="020B0503020202020204" pitchFamily="34" charset="0"/>
                <a:ea typeface="微软雅黑" panose="020B0503020204020204" pitchFamily="34" charset="-122"/>
              </a:rPr>
              <a:t>2024.05.23</a:t>
            </a:r>
            <a:endParaRPr lang="zh-CN" altLang="en-US" sz="2000" dirty="0">
              <a:solidFill>
                <a:schemeClr val="bg1"/>
              </a:solidFill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" y="257175"/>
            <a:ext cx="1506220" cy="118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i*1_2_4_2"/>
  <p:tag name="KSO_WM_TEMPLATE_CATEGORY" val="diagram"/>
  <p:tag name="KSO_WM_TEMPLATE_INDEX" val="20231090"/>
  <p:tag name="KSO_WM_UNIT_LAYERLEVEL" val="1_1_1_1"/>
  <p:tag name="KSO_WM_TAG_VERSION" val="3.0"/>
  <p:tag name="KSO_WM_UNIT_TYPE" val="n_h_h_i"/>
  <p:tag name="KSO_WM_UNIT_INDEX" val="1_2_4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6_1"/>
  <p:tag name="KSO_WM_UNIT_ID" val="diagram20231090_4*n_h_h_f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6_1"/>
  <p:tag name="KSO_WM_UNIT_ID" val="diagram20231090_4*n_h_h_a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090_4*n_h_h_f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090_4*n_h_h_a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090_4*n_h_h_f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1090_4*n_h_h_a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1090_4*n_h_h_f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5_1"/>
  <p:tag name="KSO_WM_UNIT_ID" val="diagram20231090_4*n_h_h_a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090_4*n_h_h_f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090_4*n_h_h_a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9,&quot;pos&quot;:1,&quot;transparency&quot;:0},{&quot;brightness&quot;:0.15000000596046448,&quot;colorType&quot;:1,&quot;foreColorIndex&quot;:9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090_4*n_h_h_f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090_4*n_h_h_a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10,&quot;pos&quot;:1,&quot;transparency&quot;:0},{&quot;brightness&quot;:0.15000000596046448,&quot;colorType&quot;:1,&quot;foreColorIndex&quot;:10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10,&quot;pos&quot;:1,&quot;transparency&quot;:0},{&quot;brightness&quot;:0,&quot;colorType&quot;:1,&quot;foreColorIndex&quot;:10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9,&quot;pos&quot;:1,&quot;transparency&quot;:0},{&quot;brightness&quot;:0,&quot;colorType&quot;:1,&quot;foreColorIndex&quot;:9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4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4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8,&quot;pos&quot;:1,&quot;transparency&quot;:0},{&quot;brightness&quot;:0,&quot;colorType&quot;:1,&quot;foreColorIndex&quot;:8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7,&quot;pos&quot;:0,&quot;transparency&quot;:0},{&quot;brightness&quot;:0.20000000298023224,&quot;colorType&quot;:1,&quot;foreColorIndex&quot;:7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5,&quot;pos&quot;:1,&quot;transparency&quot;:0},{&quot;brightness&quot;:0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a*1_1_1"/>
  <p:tag name="KSO_WM_TEMPLATE_CATEGORY" val="diagram"/>
  <p:tag name="KSO_WM_TEMPLATE_INDEX" val="20231090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PRESET_TEXT" val="单击此处&#10;添加标题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6,&quot;pos&quot;:1,&quot;transparency&quot;:0},{&quot;brightness&quot;:0.25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3_1"/>
  <p:tag name="KSO_WM_TEMPLATE_CATEGORY" val="diagram"/>
  <p:tag name="KSO_WM_TEMPLATE_INDEX" val="20231090"/>
  <p:tag name="KSO_WM_UNIT_LAYERLEVEL" val="1_1_1_1"/>
  <p:tag name="KSO_WM_TAG_VERSION" val="3.0"/>
  <p:tag name="KSO_WM_UNIT_VALUE" val="77*77"/>
  <p:tag name="KSO_WM_UNIT_TYPE" val="n_h_h_x"/>
  <p:tag name="KSO_WM_UNIT_INDEX" val="1_2_3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8,&quot;pos&quot;:1,&quot;transparency&quot;:0},{&quot;brightness&quot;:0.25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2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3*65"/>
  <p:tag name="KSO_WM_UNIT_TYPE" val="n_h_h_x"/>
  <p:tag name="KSO_WM_UNIT_INDEX" val="1_2_2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4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7,&quot;pos&quot;:1,&quot;transparency&quot;:0},{&quot;brightness&quot;:0.25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4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3*60"/>
  <p:tag name="KSO_WM_UNIT_TYPE" val="n_h_h_x"/>
  <p:tag name="KSO_WM_UNIT_INDEX" val="1_2_4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1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80*68"/>
  <p:tag name="KSO_WM_UNIT_TYPE" val="n_h_h_x"/>
  <p:tag name="KSO_WM_UNIT_INDEX" val="1_2_1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5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69*69"/>
  <p:tag name="KSO_WM_UNIT_TYPE" val="n_h_h_x"/>
  <p:tag name="KSO_WM_UNIT_INDEX" val="1_2_5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6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2*61"/>
  <p:tag name="KSO_WM_UNIT_TYPE" val="n_h_h_x"/>
  <p:tag name="KSO_WM_UNIT_INDEX" val="1_2_6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76_2*l_h_i*1_2_2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9.81134033203125,&quot;left&quot;:35.3,&quot;top&quot;:142.04432983398436,&quot;width&quot;:896.85007324218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2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2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6,&quot;pos&quot;:0.8500000238418579,&quot;transparency&quot;:0},{&quot;brightness&quot;:0.699999988079071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0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1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1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5,&quot;pos&quot;:0.8500000238418579,&quot;transparency&quot;:0},{&quot;brightness&quot;:0.699999988079071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1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2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2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6,&quot;pos&quot;:0.4399999976158142,&quot;transparency&quot;:0},{&quot;brightness&quot;:0.6000000238418579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2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1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1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3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3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3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7,&quot;pos&quot;:0.8500000238418579,&quot;transparency&quot;:0},{&quot;brightness&quot;:0.699999988079071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4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3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3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7,&quot;pos&quot;:0.5,&quot;transparency&quot;:0},{&quot;brightness&quot;:0.6000000238418579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5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4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4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8,&quot;pos&quot;:0.8500000238418579,&quot;transparency&quot;:0},{&quot;brightness&quot;:0.699999988079071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6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4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4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8,&quot;pos&quot;:0.4399999976158142,&quot;transparency&quot;:0},{&quot;brightness&quot;:0.6000000238418579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19_1*l_h_f*1_2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具体文本内容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19_1*l_h_a*1_2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19_1*l_h_f*1_1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&#10;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19_1*l_h_a*1_1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19_1*l_h_a*1_3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19_1*l_h_a*1_4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4.xml><?xml version="1.0" encoding="utf-8"?>
<p:tagLst xmlns:p="http://schemas.openxmlformats.org/presentationml/2006/main">
  <p:tag name="commondata" val="eyJoZGlkIjoiZjFmZWIzNDg2MmIzZjExOTIzMmViNTBmYTMwYTk0ZWYifQ=="/>
  <p:tag name="resource_record_key" val="{&quot;10&quot;:[21577555,21538598,21584409,21584402],&quot;70&quot;:[3332425,3321882,3319206,3314296,3314052]}"/>
</p:tagLst>
</file>

<file path=ppt/theme/theme1.xml><?xml version="1.0" encoding="utf-8"?>
<a:theme xmlns:a="http://schemas.openxmlformats.org/drawingml/2006/main" name="聚满分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k4NTE1MTI3NDEzIiwKCSJHcm91cElkIiA6ICIyNDcxMDgyOTciLAoJIkltYWdlIiA6ICJpVkJPUncwS0dnb0FBQUFOU1VoRVVnQUFCWE1BQUFLMkNBWUFBQUFNcmcrS0FBQUFBWE5TUjBJQXJzNGM2UUFBSUFCSlJFRlVlSnpzM1hkOFZmWDl4L0hYdVNNM04zdUhoQ1FRaG14a2l3b0tPSEFQSEdnZHRYVzB0V3ExK3JOVmEwdUhkdGk2VzIyMXRWYXRWZHlDRzBGUkFSa2lRL1plR1NSa3I1dmM4L3ZqZTVON0x4bk1rQVRmejhmalB1N1o1M3NoMytTZXovbWN6eGR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BNkMvVEpPKzExNkh2VCtiOVBYbnNrdyt4MnltcGJaV1BaTWh1M24vdDN0dDNuY2Zwdkg3UmxjWnR0WTlqdU1QZGoyaUlpSWlJakl0NFBWMFEwUUVSRVJPZExzR1R3TlhBSjh6enFIMSt5WlhBcjBhbU9YOTZ5eldScXkvM3pnT09EdjFqbjgwSDZiWTdINEd6QUdQeWRZNTdHd3pmTy94U0FjckFqTXZnaEVBZWNCVjF2bjhQd2hmRFFSRVJFUkVUbUt1VHE2QVNJaW5kNjBhVkdrcFdWVFg1K0cwNW1LYmNkMmRKTUVnR3BzdXdEYkxzRHAzTXFQZjF6UjBRMlNyc0YraHpQeGMyMWc5aFg3Ylg2SnpUaGdjdXM3VVdLL3plbkFHQ3grMzJ5OWswejhuQUNBZytmdHR4bHVuVXRWcThlenFBczVkajBRaTRVRi9NdCttKzNXdWN6WnE4MXhOUEJqVEFBNk43QjRJdzZlSjVFbnJST28zdWNIRnhFUkVSR1JMay9CWEJHUnRqeisrQWpnVnZ6K29UaWRTZGgyRXBZVjNkSE5FZ0Jxc0t3aWJMc1lXTTNmL3ZZWUJRV2ZNMjJhdjZNYkpwMmJkUmJ2MmpPNUM1dmZBeFlXdHdFN0E2czNBL2tobXc4QTRzeU9uQUNjajhXL3NWczQ1Z3ltWTRLdHgyRHhBUERqVmh2aHdrZEQ0ODc0c1prS2ZJVUo2b2I5anJFL0lwa2FGbURSZTYrampNQm1CTVZjWWM5bW5EV1JtdjM5TnhBUkVSRVJrYTVKWlJaRVJGcnoyR00vd2JJZXdMTGNIZDBVMlUrV2RUODMzbmhQUnpkRERwMzlObEc0eUthQk5DQVZPUHdaOFRhVHNMZ1VlQUM0QUJpQ3pYTll6R3JheHMrZE9CaUl6YlBBRUN4R1lQRVFOdWNCdllIWndMTUFXTVRqNXc5WWVJRlYySHlKUmY5V3poMkJ4ZkRBM0c1Z0F6WVpXTlFEaGNBL0lCRHV0YmtJaTNNRDI1Wmk4MVlnaS9kQ2FBcjgvZ3Y0OUhEOHM3VEpvaG8vQlRSUWdNVTI2M3pLMi8yYzBpN3NCOUtqOFR1enNKeHBPT3hVY09pcGs4N0FwaHI4QlZpT0FyelZXNjBmRitxcGt5NUUvYXFUVXIvcTB0U3ZPaW4xcXc2bFlLNklTRXVlZUdJU2Z2OEhnQk1neXVWaVNGSVNHZEhSeEVkRWRIRGpCS0NxdnA1ZFZWV3NMQzVtVDIxdDQySWJ1SUlmLy9qRkRteWFIQ0w3TFVaZ2NTc1dRN0ZKd2lJSk9MSVo4VGJtVzlMZTcvdTczOTdUSGFGOXpsOERGQUhGMkd6QTRrRVc4YmsxRFdYRWR5SDJReGtqcUhmOUg1WmpnSG5paENUUVV5ZWRnbTNYWUFYNkdLekdiejlHMVRiMXNTNUEvYW9UVTcvcXN0U3ZPakgxcXc3VjZZTzV6MHo3S3FHaTFqM0lvcjRYT0hJZERoSTd1azBpUnd2YnRocXd5Yk1kYkhEWWJLZ3ZqMXh6eTJOOWEvZTk1MUh1OGNlVHNhei9BYWNDREUxSzR0ZkhIY2ZRNUdSU0l5T0pWVEMzVTZpdXI2ZXd1cG9OcGFYY3YyUUpIMjNmM3JocUdYNy9CZHg4ODZhT2JKOGNIUHR0ZmhJb1VkQytHZkdOWlJMYStpWVV1czNCQkVZUFZ6QzFvNFBDKzNhL2RRN0tpTzhpN0QvbEJKNDZhZWMrSm9lUG4vdXRPN2VvajNWaTZsZGRrUHBWcDZkKzFRV3BYeDB4bmZiU1lObzAyNUZhdmV4czIybjkyV0ZaV1lETEJwY0ZqbzV1bThoUnc4WUcyMjlqMVZ0UUIvWnNmMjM5TFRmOVpjU1dqbTVhaDNyODhaT3dySmVCZEsvVHlZdW5uY2I1dmRvYTVGNDYycExDUXM2ZU9aTzhxaXFBS3VBNlplZDJQZlk3VEtLQkQ3Qk1SanlPS0lnYkFwNE1jTWNmdmhPVkxvTHlsWUFERXNaQVREL1kvU0hVN0RUenRmbFF2UVdTVG9iS3RWQzdDeExHUXUwT3FONEdLWk9nYkJuVTdZYm9ZeUNtUCtTL0ZYNk9sRlBCMHcxYVMwNndiZGdaK0JHTlNJUFVVOFBYaDFaM3FhK0NncmZBWHd0T0x5UlBNbTBzVzJ5T0U1bGwydFQ0dGE3Z0hhZ3JOTk9aM3dISFlid0dhcWlDbWwxUXNSSjhlNW8rRFg2dXNNNURmYTZUc3gvb01RbkwvZ0FzMDhkY2taRFNIMkxTd0JQWHdhMFRBSHhWVUZrSXU5ZENiV2xnb1czanQ2K3c3dHltUHRZSnFWOTFBZXBYWFk3NlZSZWdmdFdoT3VVQWFOT21yWXhJclZ2K0tDN0h0WTZRTm5iYXlMTklWMlZoZ2VXMFRDa0JEMWpuT1R6dWlVL2N2ZUtHSDkwLzZDV3c3SDBlNCtnVWcyMTdzU3hHcHFVeElqVzFvOXNqKzNCTVFnS25aR1h4d3RxMUFCRlkxbUdNL01tUllMOUdNbjd1YWdya3hnNkZZMzROY1VNaEloVmNoN0U4MnFvN0FzRmNQNVRNaDZSeEVEdkVCSE83WHdWRmMwd3d0K2ROc09WSkU4ek4raTRVdm1lQ3VibTN3YnJmbVdCdThrU3ozZDdCM0Y2M1Erb1piYmNqN3czd1Y1dGc3TEFYMnQ2MlpDSE1PeGthcXFGZ3Bsbm1qSVkrOTBEdk84S0R2eC8zQWdyTit1SDdPTzZCYXFnMmdlTEtEYkR4ejFENERwaS9KaiszMzJLK2RSN0tpTytrN1B1N0o0TjlWOU9GY2RwZ0dIc3pwQTZBcUdTSTBGT3JuVUo5RFZRVlE4bG1XUEJYMlBvNVlGazRySi9iRDZUUHQvNHZYMzJzRTFHLzZpTFVyN29VOWFzdVF2MnFRM1hLWUc1S1hmMFVjRnpmbUlVYjRYR1ExU2VHaEJRUDNtaG5SemRQNUtqaDkwTmxtWTg5QmJYczJGaUIzdzlZeFBxeGYvbjR6NzVlZnRNZldkblJiZXdnY1RnY2tkZzIzYUtpU1BaNk83bzlzZy9STGhkWjBkR05UOE03OGZ1VG1EYk53YlJwcXRuVVZUZ1pCQXdCd09HRlkzNEQzYzV2bjNNTitMUEpobDM5TXhNRVRUOEh5cGNmL1BGY2NaQjJObFJ0TmhtcmpjcVdtcUJ2UzdwZmFmYXJxNGI2MHBhM2FWVDRMcXo2bVFuOGhtcW9oSklGSnFqc3lUREw2Z3FnT3ZEZE9XSDB3WDJldGppOTRNMHhyOGp1TUg4SjFPYUJSUjhjakFVRmN6dXRDTWNnc0V3ZmMwWEN5WGREemdrZDNDaHB4aFVKY1pubTVZbUQxNzRIVllWZzIzMndJdFRIT2h2MXE2NUIvYXByVWIvcUd0U3ZPbFNuQytZK2Z2dVNIazdMOFg5MklKQ2IxVHVhU1JkbEVSbmx4T0d3c0J6S3p4VTVYR3pieHJiQjMyQlR1TE9hMmEvdG9MU29EZ3Y2V1U3bkQ2Wk4yM1RudEdtNU5SM2R6Zzdnd2JZandBUUpvMXlkN2xlbDdNV3lMQkk5SGx3T0J6Ni8zd0xpeU1odzB1b3o3dExwT0lnQnpKMlQrSkVRUDZKOXo5ZjdUaE5NdFp5bW5BSy9ENjZ6Rzh5N3RaK1ZuYnc1TUhvR2JINGNWdDRjWEY2YkIzbXZ0cnhQd2loVE9xSXVIM3dsclI5Nzg2T3c4bGJBQmlzQyt2M2FaQzJ2K3pXVWZBbjViOEtlZVhEY0J4QjNMR3g3TnJodnQ0djJyLzBIeTVzTnlhZkF6aGNBSWdCbHhIZG1saDJESGVoajZVTWd1VzhITjBqMktURVhlcHdJcTk0QVMzMnNVMUsvNm5yVXJ6by85YXV1Ui8zcWlPdDA5V2NkSHZkZ1AzWTJnRGZHeGVoVDBvbU9jK04wT1JUSUZUbk1MTXZDNGJCd3VSMTB5NDVpMEpna25DNEx3R0ZqajBuM2xTWjNkQnRGNUZ2Q1R4d1FDWmhhc3hGSDROZFBqeDlDenZYTmx6ZFVtWGRIWlB1ZTM1MWszbjE3YVBHK1E4VXErT1oybWtaaUcva3k5UDQ1cEowRkozd0JmWDlwbHRjVndJTFRUQ21HRFg4eXl6d1prUDI5OW0yL0k5S1VpRENGc0p6WUpOblRPdDkzU3dud1c4RStGcDJxbW9OZGdUc0tZcnJSMU1kUUgrdDAxSys2SHZXcnprLzlxdXRSdnpyaU91RS9yaVBld3ZJQ3BHVjVTVWpXcVBFaVI0TGxzT2llRzQwMzJtU2hXcGFWWkRjNFBCM2NyRytGaldWbDFQbmJKNEcwenU5blpYRXhiMi9lSExhOHd1ZmpqaSsrNE5iUFB1T1BTNWEweTdsRkRvZ1REeWE3RTF6UjRJeHEvM011dWRUVXp5MzdPbng1N1U3ejdrNDR0T09ubmdGbjJ6QjJkbkRaZ0FmTXN0NC9oNGlVd0VJLzFCWTIzei92ZGJEcnpYUjBQMGdQS1R0aE9VMU40UUYvTWZOMWhmRDU4ZURiSFR5UHM1MXJ5bGtXUkNTQzVRTHo3VDJPYzFBOXJNN0tzb0o5ekIwRkx2Mko3L1FzQ3lMandlRTBNNVlWUjRiNldLZWlmdFgxcUY5MWZ1cFhYWS82MVJIWDZaNGR0cTM2Qk11MnZGZ1dNWEV1SWlMMS95OXlwRVRIdVhHNW16TGdrNXdXdXB2U2ppcDlQdTVidkpnSGx5N2xoNE1IOC9DNGNXSHJheHNhS1BmNUtLdXJvN3l1ampLZmo2S2FHblpYVjdPN3BzYThBdE5Qbm53eXFWNHZQLzM4Y3dxcXE4bXZxbUpuWlNXYnk4dHBzRTFXMzY1cnJxRmJsQW1RM1R4M0x2OWV2Um9MZU8vY2M5dHM1L0tpSWo3WnViUEZkVjZYaTJzSERHaWFMNjJyNDVwWnMvRDUvVVM3WEx4NCt1azRMRDFWSVoyUkh3cmVnNFp5S1BvVUlnSlpzdjQ2cUZ4dnByMDU3ZHNFVDdmZ2RNMDI4S1NIcjY4SjdYZXQ5S05lUHpXRHVPMmFEZ1RLUStUZUN0MnZPSnd0RlJFUkVSR1JUcUxUQlhPeEhlN0drYXdkVGdjT3A0SUFJa2VLSzhLQm82bWNpZTJ0c2V6Tzl6dmlLSkpYVmNVank1WlI2L2Z6eUxKbFRPamVuUXR5Yy9uYmloWGMrdGxuK0E0Z1cvZXpYYnU0ckc5ZlhscTNqcUxhMmxhM3ViaDNiLzcwMVZmOGUvWHFwdVZUM24yM3hlMy9kTUlKM0RoNE1KL3MzTW5OYytlMnVFMnl4eE1XelAzTndvVzhzY25VdW5kWkZsOFhGVEU4SmFYRmZVVTZWUGtxRThnRlNCb0hTU2VaVEZvQWZ3MjRVOHdBWDMxL0FUblhtY0hFQ3Q4N3dIT3NiRHZEMkpzVm5LNWNEOUhIbUtCc3hxWGdpb1dvWGlIclY4T081ODNBYVkzOE5iRDFhU2g4UC95NG5tNlkwZ3hOdjg5cE5SZ3MwcDcyYklTaWRXWTZxUThrOVc2Zjg1UnRoM1h2UThrVzh6cjVia2pwMXo3bkV1bG9OU1d3ZllHWjlpWkQ5MUh0YzU3NkdsajVxaG1wdm1RcjlEa2RCclZ6TFhhUmpxSitKVjJNQWpVaUloMmtkM3c4ZnpqK2VHNEpCRXEvTjJzV3c2Wk9aV3g2K2dFRmNpMWdTV0VobC9YdHk0Q2tKTmFYbHVLM2JRcXF6Y2ozMDBhUDVvUnUzUmlkbHNZank1YnhzM256bXZhMWdjcjYraGFQMjFJYm9sd3VMS0NxdnQ2RWgwS3liaGNYRnZMWTh1Vk44L1cyemZjLy9wajVGMTJFeDZtbkxLU1QyZk41Y0RwcEhIUzd3RXgvRmNob2pSc0M4MCtGek10YXJxdTdMenVlaDEydnd2RC9nanV4NVcyOHVjSHA4cFVRT3hDV1hRY3Jib2JqUHpiblh2c3JhS2d3Mnl5OUNqWStDTkY5b0s3SURJRFd1QTR3MWJQOHNQcm5zUDA1aUJrQVZldWgveDhnZGZLQmZ3YVJRN1h5TlZqd3VKays2ZTcyQytZNkkrRFQzNE0vOFBjc29RZWM4cHUyOTlrMHh3UitXNUxRQTNJbkJPZDNMWUY1ajVucGpHRncvRThPdmMwaUJ5dC9CYno1QXpPZE94R21QTk0rNTNGRndsZlBRdEZhTTc5bjA3NkRUcnRYdzdZRnJSOXZ5TlRnZkcwWnZIY0hOUGpNby9UblBMYi9BNCtLSEc3cVY5TEZLSmdySXRLQmJob3loT25yMXpOMzF5NUs2dXA0YXVWS2ZqMW1ET2YyN0luWDZTUTJJb0pZdDVzdDVlVzhIc2g0UGE5blQyNGZOb3dVcjVka2o0Zmt5RWhjRHZOSGV1NkZGd0x3K1BMbFRkbTAxdzRZUVBlWUdINHhmejczQityam5wS1YxYXlzUTM1VkZSZSsreTdsUGg4SkVSRmNrSnZMM2haZmNnbnBVVkdrL3V0Zk5OZzJKMlprQUZEdTgzSFpCeC9nOC90eFdoYS9HajJhWDM3NUpVdDM3K2JhMmJONS90UlQyK2NmVU9SZ0ZlOFZ6QVVUNE4zNVB6TmR0Um1xTjBIeFhCTVVUUm9ISS81bmF0ZzZ2TER1ZDIwZmY4Y0w1cjNpR3pNWVdhUHR6OEd1VjZDK0RJWTlIMXkrNXd1SUgyYW0vZFZtY0xUSVRCanhJaXk1REJvcXpicXlyOHdyVkVRYURIblNETnoyOVRXbWpSVXJ6UXRvR2tCTjVFaW9xd0E3Y0RPd3VqaTQzT0UwRjVrSEtpTEdYSWkrZUJGVTVPM2ZQc3RlaEkyeldqL2VkOStINWYrRGRhMWsyL2M5SXlTWWE4T3NYMEYrNEdabDBWb1lkUjI0MjdrbXRVaW8raHBvcURQVGxTRTExbDJlZyt0WHJraHpFK1NUKzJEdE82MXZWMTBTbkM1YUMvODR3ZFRHYk1tVWY1dUEwOGUvYW5sOVpFSjQwR25lbzdEK0F6TnRPYUZ3RmFRTk9yRFBJWElvMUsra0MxTXdWMFNrQTFuQVB5Wk1ZUExiYi9PbkUwNWdhcDgrQUx4MTFsbGgyLzF2M2JxbVlHNXVYQnduWldZZTBIa1c1T2Z6eDY5TUFHaGthaXIzamhyRi9Zc1g4OVNFQ1VTNzNWVFYxM1BEN05tVSszeFl3RDhuVGFKSGJHeUx4M3B2NjlhbU9yelhEUmlBeisvbmt2ZmVZMzFwS1FBL1BmWlk3aDAxaXM5MjdlS0RiZHQ0WWUxYUVqMGVIaDAvWGc5NlMrZFJOTWU4Ung5amdxRlZHMkR4cFlEZkREWjIvR3o0OUZnenNOamlpK0drcjhLRHNuWEZ6WS9wMjlOODJacGZoTStYTHpQdmtUa1FOOVFNVXRaUUNjV2ZCVE1uSEZFUUZjaGdURHNIVHY0R05qOEdoUjlBMVVidzEwSkVNc1FOZy9UeklPdTd3WElPMFgxaHpiMG1PR3c1SWU1WThQWTg2SDhta1FQMjN3dURwUlZDemZtdGVSMm82K2RDWExZSjVKYnQyTDk5L0w3V3Q0MW80VytieXd2WTVzSWV3aStxdjNvMkdNZ0ZjOXhQN29kVDc5dS90b2djRHAvY0Qwdi8wM3o1dXZkYXZ5blJsak1lZ0VHWG1Cc3UrOXV2QU1wYkhrTUJDQWJGR3JraUFRdnF6Wk5pWWYwcWZ6bDg5ZS9ndk4wQTcvMGZYUEU2T0RYWWxSd2g2bGZTaFNtWUt5TFN3Zm9uSnJMaHlpdWJzbXNQMXA3YVd2NGFLSE93SUQrL2FmbWp5NVlSRnhIQm5jT0g4K3FHRFR3OGJod1h2UE1PUmJXMWJDb3I0NStUSm5IMVJ4K3h1TkRja1g1bzNEaW05T3JWNGprQVptemVERUQzNkdoT3pjN202bzgrNHYxdDJ3QVlucExDYjQ4N0RvQ25KazVrK0VzdlVWeGJ5K1BMbDFOWVhjM1RFeWNTNDNZZjB1Y1VPV1JWRzZGbXE1bE9HbS9LRlN5ZUFyV0JMOU9ESHpPQjI2SC9oRVhuUVYwK0xKa0tpU2RDL3B1QUE2b0N3U3FuTjNqY2dobkJhVmU4cWNHNzY2V1cyK0R3Z09XQzFOTWg3M1d3NjJEM1IyWmQ0bGdUaUcza3pZRUJENWpYdmlTTWdlUGUzL2QySWwxVlFnOFk4WDB6WGI0VGFzdE4xbTlTbitiYmxteUcrbHB6OFp2UXd5eHo3alcyYTFRSy9HZ1JiUGdRM2dpVVZNa00xRW9zL01aYzdBUEVaa0t2aWZEMUMrYVZOaGlHWG43NFA1OUlSNW4wYS9OZVV3SVZnZStSQ1QxTmxtS295Z0tvRHR5OFRPNGJ2QkVabXhHKzNWVXpJQ29WL2piY1pPczM5cXU2Q3BoeGt5bUxZam5nK0Z2aGl3ZE5mM3YvVGpqcmtmYjVmQ0lkUWYxSzJvbUN1U0lpSFdUT2poMXNyNndNVzNaeDc5NUVIbVI5MmFLYUd1Nzk4c3RteXg5WXVoU0FkODg1aDN0R2pzVHRkSEorYmk3L1dyMmErZm41REg3eFJXeE10YzJIeDQvbjVpRkRXajFIZzIzejN0YXRUVzI5OE4xM20rWVRQUjVlbmp5NXFUNXVUa3dNejU5Mkd1Zk5uRW05YmZQUyt2VXNLU3hrN29VWGtoN1Z4cUJRSXUwdGRNQ3dwSEZROUFuVUJESW9jbjhLS2FlWjZmUnpJZWNIc1BVcFNEa2RZbzZCRFg4SVAxYjh5T0IwOXl0TllEaG1BSXg2RStyTElmOXRVd3MzZGhERURETHZzUVBCR3dnczliekpCSE5EaFE1eUp0TFY1RTRJRGo2MlpTN1VsQWFXVDRTSWd5aE40TjdyNzBWTU4raC9ucmxnL2VCbnNQRmpFNnk5cm9XQk9sK2FhZ1poU3gwQVkzNFVPSjYzK1haZ2pnTW0yRHR3Q3BUdmd0ZXZDMlpGblhZZlpJNkV0ZSthckt1UGZnRVJVZEQvL0FQL1RDSUhLbjB3OUR2SFRCZXVndUlOZ2VWRGdqY3FEa1I4ZHZObGd5NENYeldzZUJtVy9kY3N1K2haU0IwWXZ0M2NQOEhLNldiNnVrOU5acnZEQmQ0VzZzTnZuaE1zdXpMME1wTTEvL2FOd1hyVm82NkQ0MitCSFF2Tjc0dFZiNEluSGs3NU5ScTRVOXFkK3BWMFlRcm1pb2gwa0Q4dlhjck1MZUdEcjV5YWxjWHZGeTlteDE1QjN1MFZ3VUdPWm03WkVqYmY2TzVSbzRoMm1WL3JqUU9VUVhEUU1wZkRRYlRielpMQ1FwSWlJL0U0SE5UNi9kaEFtdGZMTTVNbWNWYVB0cis0ZkpHWFIzRnRMUUFuWm1Ud2VDQVRPTUxoNEkweno2UlBmSHpZOW1mbTVQRGNxYWR5eFljZjRnYzhUaWVwM2xZdXBFV09GRzgycEp3S3UyZWJZRzVVSHloZFpHck5EdmhUK0xZREg0U01pODMybFdzQWg4bW9qVWlDakVzaE15UXpyK2ZOVUpzSHZYNEs3bVRBaGpNcmFQT0xjL0lra3dHOC9qNm95WVBzNzBIMk5lM3dvVVdPa0pQdkNVNC9OVDRZekQzakFaTUYyNmg0UGJ4N2g1bE9IM1JnWlF1bWY4ZGNlRGVxcjRFblI3ZStmZUdxNFBwaFY3YzhPTnJHMmVhOXorbm1kOEdyVndVZmZSMTJsUWxHTjM2TzE2ODFqNi9PL0FtVTU4SG9HOUFGc3JTcndaZWFGNWpIcGh1RFRxTi9FQXhHTlhyNWNoTThzaXk0L05YOUgvem84Ny9Ba3IwR2ZYcjF1MjN2OC9SSjVqMjVMMXp6WWZQMUd3STNTV0xTSVdjY3ZQTlQyUHlwV1pZMkNFNjgzVXlmL2dkNDdpenorMkxwZjh3Tms4bC9WRzFxYVYvcVY5S0ZLWmdySXRMSnZMOXRHMnRLU2xwZHY3NjB0S2srYmFpSHg0Mmo0b1liMkZsWlNjL25uc1BuTjNkczEzem5PMlJFUjNQMVJ4L3huUTgrb0xDbUptdy9wMlZ4Zm00dWRZSHQyL0pSb0p3Q21FemUyNDQ5bGtlV0xXUGFtREU0TEl2UGR1MWlaR29xWHBlTG9wb2FsaGNWMFMwcWlvZkhqK2VlK2ZPNWUrUklISzBWK0JjNVV0TE9NYSs2UW9oSU5jdUdQZzNPeVBEeUJtQnEwYVlFQnZDTDdnZG5ON1I5N0g2aEFhbjkvRm5QL3I1NWlSeE5iRDlVN0RMVGxnTzhTZUhycTRvaHp6dzUwaXp6YU1PSDBPdVVJemNDZDhISzRPQnFXV1BndjFPZ05QRDNMbjBJVEFpcGZkM3JGRGp1Smxqd3VKbi85UGV3L1V1NDhKOUhwcTBpb2JVNG8xT2JyOSsrd1BRL2x6ZThEMjJiWndJOW5yajJieU9ZTm13TzFLYy81aXg0OHdiWS9JbVo5OFRCdVg4TjF2R002dzVuUFd5eTRlMEdXRE1EOGxmQTVkUE5JK1VpN1UzOVNyb1lCWE5GUkRySUhjT0djVm5mdnZ4MStYTG1oOVM0alhhNW1qSnNHOVg3L2RRR2dxMXVoNE9JRnVyck5nWkovN3A4ZVZNZ0YrQzYyYk41OXBSVDZCNGQzUlRJalhXN0daK1J3UWZidGxGdjJ6eTNaZzBYNU9heWRQZnVwdjBpbkU0R0pvWmZZRi9kdnovdmJOMUtoYy9IbmZQbXNXenFWRTdQenVhcGI3N2g3dm56QVZoN3hSWDBqWTluWGw0ZTU3NWpSbkw5N1pneExMemtFbnJISGFFdk9pTDdJeUxraTZ5cjVRSC9ST1FnVmVTYlVnaGdzb0RldmhHNkhSc3NkOUE0ZUF1RVh3Ui84enE4ZXh2MFBCbk9maFFpdzUvNEFNem8zdjQ2K09oZTJEVEhsRm40WGd2WlM2OWNEWHMybWJJUEZ6NXRsclUwQU5xR1dlWTlycnNwcTlBWXlJM3JEaGYrcS9uQU1lUHVnTnBTV1BwY1lMc0RHNVJVNUpDVWJROU9MMzhKRmowTjUvL2RCSmdhYW9PUFgzdENmdGFMMXB1QVRuU0syVGFsZi9Qakh2OFRHUGw5V1BrYWZQR1FXWGJCMDVEYUwzeTd6eCtDYjE0ejA5ZDhDTzVJY094Vml4cGd4K0pnWm43M1VXWXdRUUNIR3k1NHl0UU5EWlU3RWM1NnlHUzhZNXVTSjk3ay9mb25FVGxrNmxmU3hTaVlLeUxTUVNaMDd3NllBY1ZDZzdtTEw3MjAyYmIvVzdlT3l6ODBGNm8zRGg3TXcrUEd0WGpNQ3ArUGYzenpUZGl5OTdkdDQ4VFhYdU8xTTgra3BLNk9NM0p5NkJZVnhlVWZmRUM5YllveDFEUTBjUGJNbVdINzlZaUpZZlBWVjRjdDZ4MFh4KzNEaHZIcmhRdlpXRmJHcDd0MmNXWk9Eayt1WE5tMFRXdDVWUDBTRWxwWkl5SWlSNTA5RzRQVGRlWEIwY0VUYzZIdkdWQVp2SG5ZRkxETld3b2YvdHhNYi80RTV2NEJUdnU5bVEvOHZjS3l6S09sRUJqVkcxTm00WlVXSGxzdERWeWNPOTBRMTBJdHcwWmJQelB2VlVYUVp6S3NubUZLTEp4NGh4bEVyWHdIZEJ0bXRpblpZdFlkYzZhcFo3ajBPUmo5dy8zN054RTVWUFcxd2ZJZkVBeit6UGt0VFB6Vlh2MHE4TDJycGdUZXVBNThsVkJTQ1cvZkJOZThiNTVFYWV4WGpkczN2aHA5L0t2bU56T3FRczRSbDluNkk5dGJQZ3VaY2NESWE4M2o1aWZjYWdKa094YWF6SGRYcEJuNGFmZHFreEU1NlZjdzl3RVkrK01qbDUwdjMyN3FWOUlGS1pnckluSVUrZTJpUmV5dXFXbXFod3NRNDNhem9heU11VHQzOHZjSkUvajd5cFZjK2VHSFZEYzA0TFNzWmdPdVZkYWJUQ3BuQzltL0FOY09HTUN2Rnk0RTRNTnQyemd6SjRmYWh1Q2o1eEVIT1lDYmlJZ2NSWFl1Q1U1SHhKaVJ0Z0hldVEwdXp6WURqRFZLN0FsbDIrRDE2ODFGTlpqSFZrUExHelQ0QWhPdFhJU0dCbzhQMUxDclRLbUUraHFZOXpDYytXZHpzZnZpeGFiR1lIUWEvREF3d09qWHo4T2lwOHowWmROaHlHVW1nMWZrU01oZkZwN3g3Z3VNc2JEa0dVZyt4dFRZYkpUWTAyUVV2dmtEYzFNQ1RCYjhlWDhMbGhScTZsZXRsQVVLZmZUOFFBMjZDRGJOQmw4VmZIby9mUGQ5NkhrU0xIc1JQbnZBYlBQOTJlWUd6NjRscGhZMW1IcWZWNzUxY0FOUWlSd005U3ZwZ2hUTUZSRTVTbXdzSytQaHI3OEc0THpjWEtadk1FWDhuNW93Z1M4TENoaVRuczVKcjcvT1o3dk1CWFJPVEF4dm5IVVd3MU9DQTlJODhOVlgzRGx2SGdBL0dqeTR4Zk5reDhRUTQzWlQ0Zk94c2F3TWdFcWZyMm05MTZVL0xTSWkzM283RndlblQ3N2JaRHJ0V0dUS0szeitsL0JIVlJOelljNTlVRlZvNXVPNnc1Um53ak9UL0hYbVBmUkc0NGsvaGVIN0dFZ0dUREM1TGYzT2hhWFBtNXFJcTk0eW1WaWVPRk5qRU5yT1lrcnAxL282a2NNdHRGLzFQUjJpMDJIaGsyYis4d2RoekErQzZ4TnpZZG4vek04MW1NZXJ6Lys3Q1U0MThnZSt2emxDYnNUM25Rd3BJZHUwcFRFN3ZpVUpPVERxZXBqM2lDbGRzbjJCZWVUNzZ4ZUMyN1RXdDVKNjc5LzVSUTRIOVN2cGduVEZMU0p5Rktueisra1ZGOGY0ek15bVlPNjRqQXhTdlY3R3ZQSkswM1luWjJZeW9YdDM3cG8zaitkUE80MlV5RWltYjlqQVhZRzZ0MlBUMDdudDJHT2JIZitsOWV2SnE2cWlJaEM4YmN6cTNWRnA3bUE3Z0lTSUZ1bzdpWWpJdDRmZkY1NlptM1VjOUpvRS96a0xjaWZBYWZmRE02Y0UxKzllQzVQL1pMSmdkNitGaS81anNtRkROV2JzdXFQTUFDNEhrb2xiV1dqS0krdzlPbm1vSVZQTlJiSGZaOTU3bndiMWdRQ3kwNzMvNXhKcFQ5c1dCS2N6UjhIUXkwejJuYThhem5zaVdKTVRURjg2NmVmbVozL0pNM0RtZzVCOWZQanhRdnRWK1M3emlQYUJXRE1UZW94clBzQmhveUZUVGRBSnpPUGh1Uk9ENXdUMUxla2MxSytrQzFJd1YwU2tBOVg1L1d3T1pMY0NsTmJWMFMwcTZxQ08xU3N1am9HSmlWdzNjR0N6aDNwT3ljcmlrdDY5K1hqN2R1NGZPNWEwcUNndWZQZGRBRWE5L0RJWDllN05RMTkvalExa1JrWHg2aGxuNExTYVB4cTBwYnljWjFhdkRqdnV0b29SVFJOcUFBQWdBRWxFUVZRSzFwZWFRdnc5WW1OeHRWS2VRYVJMS0Y4QmR1QlJPMjhQY0NlMnZmM2VHaXBOUm9URDIzeWRidy9VQkI2dDgyYURLeDRhS3NDNWo2eEJrYTVtMHh5b0RmeHQ4eVlHczRHdW1nbXhHYVkyYnVoanB2TWVnUUVYd01YUFFjblc1dGxEdFdXbUJBS1lqTjRWTDhQUy94eFlteXhIMjhIYzBNZG9TN2Fhd1c0YXo5bFdscFRJa1ZLOUI3Yk1EYzUzSDJVZTZ6N3ZTWWlJQmh2WThGRncvYWJaWm5DL2liODBqMmFuRFdwK3pJbzg4KzZKaFYxZndjeGJEcnhkbDAySDdxMEVuV0l6VFVETFYyWDZGWVFQZnFpK0pSMU4vVXE2S0FWejVhamg5NGMvZVNmUzJWWDRmRno0N3Jzc0tDaG9XamJoalRmNDAvSEhNN1Z2WHlKQ2ZxQ3pZMks0cUZjdkFJYUZsRVhZMjVSZXZiaGg0TUN3Z0d1anB5ZE94T2Yza3h4cC9zQS9ObjQ4UDVrN2x5MFZGVHdZS00vUVBUcWFXZWVmVDJaMHkwWDNCeVdaTHhWeGJqZlhEeHJFdFFNRzhQTjU4MmdzODk4NHFKdElselZ2QXZpS3pQU3c1NkQ3bFFlMi84YS93TWFISU90SzZIMG5SSVlNdXBUM0Jpejd2cGsrOWhsSVBRUG1qb0RVMDZIL0g4R1RIdHpXVnd3Ny90djZlYnAvQjl3aFgvSlgvZ1NxVERZK2d4NkdxRDRIMW02UncrbWJONExUdlU4TFRzZG1tUGQ1ajRadjc2c3lGN3NYUFJzZVZHMFVPakJOVkFxNHZTWnp0ekx3OTlNZFpaYnZ6VjhmM05kcW81NzdsMC9BdHZuQmVaZkhaUE0yL25Yekh1Qk5IWkgyc0daR3NLNW5mRTZ3eEVkajl0NmlwNEtqM0RmNjhDN1RwMW9LT0VHd2YwU2xtSDRVbndPbGdlQ1E1WUM0ckpiM0s5dHVibmhBNjMxcnpRelRqM3hWWnQ0VkdQQ3BQQkRvd2pMbFRFUTZrdnFWZEZFSzVuWXgvZ2FiWlY4VXNYbDFHZWQrTHhlbnkyTFg1aXJ5dDFjZDhMRUdqVW5DSGVHZ2ZJK1BxZ3BmaTl2RXhFZFFXZWFqdXFKK3Y0N3BjRnBrOTQyaEtMK0duWnNxVzl6RzVYWXdZR1R3UzNGZGpaK1BYOTJPdjhIR0ZlSGd0S25adEpBUTJNVGZZRk5lNHFPa3FKYmkvRnAyNzZxbWNFYzFIcStUaTM3WW0wVWZGMUJkMlhwN2g0OVBKU1pCang1SXg3dnczWGY1YVB2MnNHVjVWVlZjUFdzV3Q4eWR5OWh1M2NpTmpTWGU0OEZwV2ZSUE5QMW1iVWtKZDgyZlQ0UGZUNzF0NC9QN3FhNnY1K1loUS9qRnFGRjRXaG1BTEM0aUFodFlVVnpNeSt2WDgrSzZkZmhEMWgrWGxzYkxaNXhCVGt6cldZS1RzckxZY3ZYVlpFVkg0N0FzRnVUbjg4aXlaVTNycituZi82RC9QVVM2UEg4MWJINGM2a3RnKzMrZzc3M2g2NTBoV2ZmK1d0ajBDTlR1Z3UzUG1rRHZ3TDlBZG1DZ2lwcWRzUExtMXMrVlBDRVl6TTEvR3phSEJNZFN6NENlTngyZXp5UnlvQ3J5dzdPWStwOGJ2bjdlSTdEeFl6UHRpb1RrUHFac3d2WUY4TllQVFRiVTNsbEZSZXVDMDNIZFlkalZNT1pHZU9XcVFHbUVlamorRmhoMGNVZzc4dUN0SHdVdnFrKy92L1UyYjE4QW16OHgwNVlUc3NiQzFpK0M2K00xWUl4ME5Oc01jTlJvNzM2MTVUT1krNmZnZk5ZWU02aGZaU0ZNdndLbXZnaHgyZUg3VkJVR2cxUnhtYVlFeW5XZnd0dy9taHNjdHQ4c20vaExjQVRDQmcyMU1PdFhzUHgvWm43d3BaQTV2T1VtbCs2QWxkT0Q4emtubXY3WU9HaFVYRmJ3dUNJZFF2MUt1aTc5TDNjeEN6OHVZTWtuWm5DSVQ5L2F5Y1FwM2RteXBveXY1dTQrNEdQMUdSS1BPOExCMHM4S1diR2d1TVZ0ampzOW5aMGJLOW0ydm1LL2pobmhjWER0dlFQWnVhbVN6MmJzYW5FYmo5Y1pGc3hkTkx1QVRhdk1vM2lXQTRyeVVrbkphUG5SZ0MvZXplUHJ6MXYvcktWRmRheFpXa0paY1YycjIvUWZrYWhncm5RS1dZR2dhWVREd1J0bm5jV2JtemJ4OTVVckFTaXBxK085clZ2MysxZ3hiamVQamgvZmFpRDNuNnRXOGE5VnExaFdWTlJVNzdaUnRNdkZYU05IY3VmdzRiajNrZDd1ZFRxYmdyMWY3OTdOZWUrOFE1M2ZoSVFuWjJkelVtYm1mcmRaNUtpeitRbW9Dd3pnMVBkZWlOaXI1dWZld2R6KzkwTlVUL2ptRHFndkEwOUd5OGQxZU1CeW1YMGFTMEEwRmxPcEx6Tlp1YUZXM3dWcFowS1VCcnFRRGpEL1VYTmhDaVo3TnVjRU0xMWJCbk4rWjBva05EcmhWamptTEhqMkRKTmx0R2tPUERzWkpqOWdMcG9iYlErcE45aFlnc0VaQWVmL0ExNmFDcnRYdzN0M3dQb1B6YUJvbStiQWdyK2FjMW9PT1BVK0dIUko2MjFPN212MmljMDBJMzRuOXpISGE1UTk5dEQrVFVRTzFab1pVUGhOY0g3QUJlYmRib0N2bm9WUDdnOW1GK1pPTUgzamhmT2hjSlhKOW52MlREajVIaGg2ZWZBWUxmVXJnUEYzbXBzaDM3eHV5cG5zV0FRVDdvSGFjdmowRDhHZzBhQ0w0ZlEvUUxQaVhnR05nejFGeEpqekRwa0tjLzhRWEs5K0pSMU4vVXE2TUFWenU1Z1JKNld5N3VzU3lrdDhyRjZ5aDZ3KzRSbDBMbmNiS2EyWVVnVCtCcnZOYlE2M3hqYlYrOHg1UTdOdUMzZFVzM3hlTURocisrSGpWN2R6MFE5NzQzUTEveXdOOWY1bXl5SWlIY1FtUkJDZkhCR1dRV3haTkIyakl6NjN5TDc4Y05BZy9yTjZOZjg1OVZUT3pNbmh6SndjcnVuZm4zK3NYTW1jSFR2WVZsRkJ2YjEvUDdjWDVPWVM1V3I5Vi9yd2xCVG01ZVVSZXJUVXlFaXVIemlRbTRjT1BhZzZ2UjZucyttY0dWRlIvUHVVVS9heGg4aFJyS0VDTmdTK1RFZjFoWjR0MUVkemhaUXZxZHdJaFIrYVFHM21WQ2lZQ2R2K0NSWGZRSzg3d3ZjYitERDArS0VweVZEMkZVU2tRa3pneS95eUc2QjZrNW51Y3pkc2V0UzBaZUc1Y09JOFU1ZFg1RWlwTG9MbEx3WG5SLy9BMUoxZE1SM21QdzVWSVRmays1MERvMjR3d2Raei93cHZYRzh1bWt1MndFdVhtaUR3a011ZzM5bmg5UXpUaHdTbkkrUGg4dW53MW8xbW0vWHZtMWNqVjZRWlpiem55VzIzKzdnZncrZ2JJQ3JWekMvK3A2bnJDeEFSYTBZM0YrbElDNTRJVHZjK3pRU0oxcjFuU3BhRUJxT1Mrc0NaZnduZTdQamZ4U1pidnE3Q1BCcSs1RjhtK0RQNFV0ajhhWEMvOUtFaEo3UE1vRTR4R2ZEbDM4enhwMThSM3A0VGZtcXk0ZHVTY3dKYy83a3ByMkk1VE8zUXhjOEUxdysrdVBWOVJZNEU5U3Zwd2hUTTdXTGNIZ2VUTHM3aXpYOXV3dW0wS044VG5vRjZ6VjBEY0VlWXpMb1hIbHlMMzI4elpHd3l3OGFaT21LTDV4VHk1VWY1WWZzTVBTR0Yzb1BqV2ZoeEFUczNWZUtPY0hEV1ZlWnhzcmpFQ1BvT1RhQ21xb0ZYL3JZZWdCNzlZaGw3ZWpkenZFOEtXTC9NUEVady9yVzVlR09hLzBoZGNtTWZ2REV1bnJsL0ZiWU4zWHFZb0pHdjFzOEhMMjNEN3plQjExR1QwbGc0cTRDaXZCcG12NzZkVXkvSmJuYXNVT2QrcnlmZGNxS2JCYkI5ZFNiZ216c3dqc21YNXdDdzhzdGlQbjNMUEdiWG9LQ3VkQkxIcGFmejVsbG5jVTdQbmszTHhxYW5NemJkMU0yMGdaTGFXbW9iR3FqMysybXdiUnBzRzd2eEhiQUR3ZDcwZlFSalI2U21jbm5mdm15cnFPQzQ5SFRPek1uaHBNek1ReHFzckg5aUlwOVBtY0ozUHZ5UXYwK1ljTkFEdDRrY0ZkYitKcGlWTytTdlVMTWRWdDhOdlc2SDlmZVpjZ3JWMjRMYmIzN0V2RUxsdldZeWIvY081b0lwdTFBV0NDNWxYUTJXRzliOUJuWUZBbWNKeDBHLzM0SXpHdGJjQXhXcjRNdXpZZlFNY0NjYy9zOHIwaEp2RWlUMGhPTDFKakI2N0JYdzZ0WG1zZFJRQXk4MDJiZFc0RzlRN2tRNDkyL3d6cTNCT29CYnZ3QXNpRTZCUFlFYkZ1bURvWEExVk9hYngxejNiRFlsR2dwWHR0eWUraG9USkk3UE5oZStubmlJU1lNSmU1VkFpUXpwSTkrOERwL2NGNXcvN2tjbW9DdlNrVEtIQjROTEo5d0s4eDV1WG5zNmJSQk1lUWE4eVdZK1Boc3VmUkZldlNaWXI3Tm9IWHo1SlBTWkRLdmZNc3NzcDZrTHZlNDkwNi9LZDVwK2xiKzg5Zlo4OFJDc2VNazgwaDJaWUc2c0hML1hVeUl1anltTEFxYnRyMThIL3NEVFlUMVBncXpqRHY3ZlErUndVTCtTTGt6QjNDNG9zMmMwcDE2Y1RVYlBLR0xpM2N4L1A2OXBYVmx4SGZQZXkydWFCbGk1b0lqdDZ5dEk3aFpKUkdUelI3RGprMDFXYThsdTgwaGN6akV4Wk9hR0QzNFVGUktralloMGtKUnVDbTFIZW9QSFMwajFoRzBYYXV1NkNob1REQWVPVE1MZllQUCtpMXViMm5qc2lTbU1tcGpHcmkxVmJGOWZ3YnF2Uy9GNG5Zdy9PN1BWSnd3OFhoZTJiZU9yTXdkMnVSeFVsZ2ZyKzNxalcyN0xram1GNUE2TUk2Tm5GQWtwbnBZUExuS0VoQVp5OTJZQmlaNkQreG05YWNnUWJob3lKR3paQzZlZDFzcldCMzZzUnBuUjBjeTU0SUlXMTUzVHN5ZjJqVGNlMURsRk9vVnY3b0MxMDFwZTUrMEJZMmVaNmJLbHNPbGhNNTE1R2FTY0Jvc3ZocnhYWWRmTDVndTkzVmJ0ZWN0azIwWm10bDRhb1dBbVRZTXhaVjluYXZPdS9aV1pkOFhCOEJjQWh4bDBMWDhHbE15RFBaL0R2Sk5oMU9zUTFlc0FQN3pJd2JCZytIZGgxcjB3OFJjbU0zYjh6K0hGS1dhMU84clVDUnh5V2ZOZCs1d09WNzRGTTI0eEY2anVhRGpqQVpQOUZCbHZhaEFlY3phc25Xa2VmOTJiSzlKa0xHV05oVjFMWU12blVGY09EWFZRdk1HOEFJWmRGUXdpdHlRaUNweHVxSzgxeHh2OXcwUC9aeEU1Vk1PdmdhOWZnS0hmTWNHbCtHejQrci9CYlBmaDE4REpkNEZ6cisrTmliM2dxaG53d1YybTd3Q2NkaDlFUkVOQ0QvTzRlSTl4VUZWa2FsYnZ6WEpBdDJIUWE1SUpSbTJhRGVXN0FCdktkcGdYbUZJbGNXMlUybkpHbUlFTHE0SG9WRGpqTDRmNkx5Snk2TlN2cEF0VE1MY0wyVk5ZeTZwRmU1cm1YVzZMbVBqdzJxOTF0ZjVtOVczTDl2Z28yK09qb2Q1dVZwYWhVZjYyYXFyS3pZVm16LzZIZi9URExhdE5UZHpvT0JkWmZXS1k5Y3IycG5hbVpFUXk1bFNUaVRqeGd1NjgvTmYxMUZZM3NHSitNVFdWRFV5NHNIdFR0bkdveGt6aFJwTXZ6Mkh0MXlWTjgrblp3U3pCMENEemxyWGxiRmxiem5uZnoxVXdWMFJFV2xlWGIxNzc4czF0WUFleUlrcVh3cWZEb1B4ck05LzlDdkNWbXRJSDdtVEllOFVzVHprTit2MEdQSmtRbVdFeWJkdFNNTU84SjU0SU8xNkE5YjhMckxCZzZEK0RRV0RMQlNOZmdzL0dRRzBlbEM4ejdSbjlsaGswVGFTOURiekFCR1A3bjIvbU0wZVlBS3J0TjVsUGphVU1XcExVeDF3Z3IzalpET0FTbTJsZWw3OEdNMjR5ajdGYVRwTTlHNWtBYVFNaFl4aGtqalR2anBCK1pQdE5MZDI4NWFZOXhSdWdkSnNwL2RDV1BwTmh5cjloNGQ5TitZZTJBcjhpUjBweVh4ZzhGU2I4d3N4NzRreUcrY3JwY05KZEpoRFZHaytjK1ZuZWRxVVowS25QWkxQOHN1bnc5bzloNVBkTktaTHVvMDBXZk5wQTZEWVVNa1pBMXVqbW1lbGwyMkRYVWloWUJVVnJUYTNQc1RmVGFnWU9tTDU5K2Fzdzh4WTQ3WDRUZUJMcGFPcFgwb1VwbU51RmxCWFZoUTMrMVZDZlJPN0E4TUJyVXBxSHEvNnZId0RQLzNrTnRnMURqamRsRnB3dUI5OHNiSG1nc3pWZkJZUEVld3BxV2ZxWk9VL3ZRZkhFSmg3YVlHRisyMlRtQXZRYUZNKzdMMnhoVzJEZUUrbmc5TXR5bW1yYnhpUzRPZldTTE41NWZndTJIOVl2TDZWd1p6VVhYdCtyeFJJT29mWVUxckpyY3lWZ3NvVDdEQW5XQ2N3NUpwWnVPVkhrYmExcVdwYVM2VDJrenlVaUlnSkEvQ2dvbW1PbUsxY0hsN3VUWU9CZmdnT2hOVlRCZTRGZ3JqTWFFZ0tEVk5nTlVMMFZxcmVZVjlvNTRjZjMxOEx1UUJadzVsVFlFREt5Y3YvN0lXT3YrbWlSMlNacmVONEVVL3JCcm9Ob0RZWW1SMGhFckxtb0RIWEtiL2QvZjh2UlBITTNxYmNKOGxxQko4SnVYTEx2MGJvdEI2UU9OSytXblBkazYvdG1IMjllTFRuNUh2TVNPZEltN3pVbzBvRHp6V3QvN2YxekhSRURVLzRWN0ZlWHZyanZmZ1VRbDIxZS9jNXR2bTc0ZDgyckpUSHBNUFdsbHRmMU9nVnUzN3p2YzRzY2J1cFgwa1VwbUh1VVdiKzhsQzJyeXdHYXlocHNXVk5PV1pFcFo1Q1kxandUdGJxeUlTeVl1K1RUd3FicHBQVElRdzdtNW0ydG9yYTZBWUNNSGxHc21GOEVnTU5wY2NhVlBZaFBqZ2piUHVlWVdFNjlPSnNQcDI4REc1eE9pOGdXU2lZTUc1OFNWa29oZDBBYy9ZWWw4T21Nbll3N0t5TnNBRFdueStMQ0czcFJYVkZQWGEwZnl6S0JaQkVSa1ZZTmZxSjVvTFNSRlZLMktQTnlLRmtBbmd6WU14OXFBalhVQmo1a0FybjFaY0ZnTFE3QUh5aUJjQkpVYllHYUhVQkQ4SGduZkFHdWtJeU5QVjlBZzdsWlNlVmFHUElrTER3SHVsOEppZU9nK0RPSTdnT2ViaVl3WEJ3WUxHcnc0N0RtWHBPUkc5bDJIWHFSdzZ2dEFYa1A3cEFoZlc1L0xveEZqanJxVnlLSG4vcVZkRTM2eWVwQ3N2ckVjTVZQaitHRkI5ZTJ1czJld2xxMnJDMFBXMVpXWE5kVW16WnVyOEFwd0pKUENxajNtY2l2MDJXUmtPS2hLSzhHZ01wU0h3dG5GZUQzQndjTks4cXJZZUdzQWdEeXQxYzNMVjg2ZHpmdUNBZmRlNGZYMjkwZVV2YkJzaXlPUFRHRlpWL3NadlNrTkN6TFl0ZVdLbEl6dmJqY0ZqVlZEUlRuMXhBVjYyTGNXUmtzK0RDZkVSUFNzRnI0SFR0Z1JDSUpxY0hnZEdsUkhhODhZZXFodmZiM2phMytHd0VjZTJJeXcwL1NZd2dpSXRJR1Z3eEVwT3g3dS9nUmNQeW5VUElsZkhHaVdaWjJ0aG1vYlBQanNQTG01dnZVRlVKeFlmUGxZQVpQaXhrUW5FODZFU3JXbU5JTm01K0EzRnRoMUp0bXUzbmp6VFpEL2dFNTE0Ty9HdVpQTk11U1Q0RnhYMEo5ZWZOemlJaUlpSWhJbDZSZ2JoZmlkRmxFeDdXZEpUdDRUQko5aDhhM3VuN3IycjNxNlJiWHNYeGVVZE44VXBxSGkyL3N3NVAzcnNDMm9hTFV4NkxaQldIN0ZPZlhVcHdmdmd4b0tnSGhjS1lURVpMMTJtOTRBbHZXbGxOZjUyZmVlN3VZZW5OZnN2dkU4TTJpWWhaOGFHb1JmdWUyWTRoUGppQi9heFh2UEw4RmdER25wblB4amIySlMycTVydTMwdldybWpqNGxuZXJLdGdhWUNhcXI5ZS9YZGlKSG0zcS9INWREV2VraWg1MnZDSlpNTlFPZHVWTmc2Rk5tZVdSRzYvc2tqalBsRDd3OUlQOXQ2SFlCZFArT21hOVlFOXpPaW9CQkR3ZUN0QTJ3OVIvUS80K3crYkdRYlZycDE2NTQ4eElSRVJFUmthT0NncmxkWEwzUHhnNlpkemd0RnM5dU9kT24xNkE0SE03d0ZOZm9PRGNlcjVPYXFvWVc5N0VjWnFDMXhuTTFMbk1HanVOdnNQRUg0cUtOMisxOWp2aWtDSWFkbU1LaTJRV1U3Zkd4YzNNbE9jZkVzdUxMWVAzZWxqSnZnVFlIS0d0c1R5T1AxOG1ZVTlPeGJadUNIZFdrWjBXRnJWKzlaRTlUaG5MVVB1cnZpblIxZFg0L1c4ckxXVmRTd29yaVlwYnUzczJpZ2dJU1BSNFdYSHd4djE2NGtNTHE2bGIzdjNQRUNISmlXaDR3VVVUMjRxK0dSUmRDZGFBdW1TY05GbDhLRmQ5QTdpM1E3Mzd3NXBnZzdjYS9RUDRiWnJ0QkQ1dXMzdFgzUU5sWFVMN0NER1FXMWFmNU9aSW5RRlF2cU5vSWhSK2FZSzYvTnJqZTBmekpHeEVSRVJFUk9mb29vdFdGMVZRMzhOSEwyNGlLQy80Myt2MDBLN1BRS0NIVmc4ZnJERnZtZEZuMEhoTFBxa1Y3OERmWXpmWkp5NHJpK2w4Tm9uQm5EYThFTW1HSGpVdGw3T25wQU14OWV5Y3JGcGlnN0JXMzkyc0traTZmWHhSMm5BR2pFcHN5ZkxldHJ5RG5tRmo4OWNIejdSMEEzaC85UnlTR2ZaNzA3Q2c4a1U0K21yNk52QzJWakJpZlNyY2VKcUM3ZTFjTkMyZVpMR0NQMTBuL0VZa0hmRDZScnVMMnp6L253YSsvYm5YOSt0SlNubHV6aGcxbFphMXVjMDMvL2dybWl1eXYzUjhINjlTQ0NlSTJpaHNHNlNFRGFlejVQQmpNM2YweHJQdGRjRDR5QzVMR3RYNmVtSUVtbUZzVktDWFVXRWNYd0tGQlBlVmJ6RzRJcjFFb0lvZk9YNjk2bnlLSG0vcVZIQ2I2S2VyQzFpOHJ4UnZ0SXF1UHFWSHJkRmxoR2E1bmZDZUhxRmdYWDd5YlI5N1dxbGFQMDNkSUFnNkhGVlp1WVc5N0NtdWFwbVBpRDN4QXRKaDRONjRJQi9WMWZzcjJtT3hZbnk5WTZzRGxQdkRIdm9lUFR3bXJtUXV3Y1dVWk96ZVppOXYzL3J1Rjg2N3RSVXk4bTFuVHR6VU5DRGRzWEFwdWp4NHpsNk5YYlVQelRQdUVpQWg2eHNYUk95Nk8vS3JnN3dPblpSSHBOQmZBOVg0L3RYNlZJQkU1WUNtbmdpdk9ESFNHRTZKNlF2UXhwb1JDM0xIaDJ5WWNGNXhlL1ROb2ZMNG1xZytNZnN0azcrNnQ1RXVUOVZ2OG1abDNSSnIzNmgzQmJTS1NEOWVuRWVtOGZKVlFzaFgyYklUQzFWRHdEZVF0ZzBFWHduRTN3V2QvYm4xZlp3Uk0rTVdSYTZ0SVY5RlFCMlU3b0dRejdGNFQ3RmVSOFhERm16RHZZYWdxYm4zLzBUK0F1TzVIcnIwaVhZSDZsYlF6QlhPN0dIdXY1Tm5xeW5yMkZKakhMTjBSNFFIS2xBd3ZzWWx1UEpGdFp5cGs5SXhpMTliS05yY3AyQlo4SFB0QWc3bnJsNWRTVlZGUGZaMEpFcmxjcHAyVlpUNnpnUVVSKzJoalMvSzNWMU93bzVxS1VoL2xKVDVjYm9zVHo4cmdtR0VKckYxYVFuVmxBMjgrdlpIRU5BL0ZnWCtqcERRUFEwL1lqOEZzUkk0U0g1NTNIaWQwNjBhVUsvelhmV1c5cVM5OVlhOWVUSjg4R1lBblY2N2tSNTk4QW9CUFFWMlIvZWZ3d0lpWElDSVZZZ2NGZzYwdGNZZldydzM4VVUrZERNUC9DM05IUVBvRjBQdi9tdSszNFkvQjZaUlR6SHZSN09DeXFONEgzWHlSTHVHNXM2RmdaY3ZyVnI4Tnc2K0JwZjlwZlgrWFY4RmNrYjNOK1Iwc2ZycjE5U1diWWVWclVMcTE5VzBHWGF5Z2swZ285U3M1QWhUTTdXSktpMnZENWtlZmtzWlhjODNBWTdFSjRVSFcxNS9hZ09Xd3FLN1l2MEhCV21QYnNHRmxhZE44U2tZYkY2a3RLQy94c1hySm5xYjU3cjFqcUNqMVVWcGtNblJqRTl6c3ozaE1MeisrbnRLaTRPZi8rTlh0WWV2VHMwMUpoWlBQNzA1cFVSMzUyNnFvcVdwZzEyYVRoZWh5VzB5K1BLZXB0cS9JdDBHU3g0UGZ0cW53bVpzblhwZUxuWldWVGRtNXFaSEIvaHphTSs1YnZKZ0xjbk1abjVsSnY0U0VJOWxra2ZabCs4SnJ6YmJGWHdzTkZXMXY0L0NBNVRZWnVKWHJZTWQvelh2bGVxaGFEN0ZENE5obllQZEhzUG12VURBamZQL1VzMkRNMjFDMUdhcTN3T1pISUNJUnVsMFUzQ1oyb0htMzNKQjJ0cW0xVy9DT09UNkFOOWZVNUJVNW1qWFVOVjhXbFFMeE9aQ1FFNTdoNUhBSEgyTnRxRE5sR0VTa3VaYjZsU2NPNHJKTXY2cmNIVnh1T2NBWmVDclNibWg1WHhGUnY1SWpRc0hjTHFaZ2V6QkRkdGo0RkxybnhyQndscWxGRzVzWVB2aEpaZG1CQjNFTGQ5Ync1TDByd2pLQU42d29wYXJjSENzK09lS0FNM01UMDh3dko3Zkh3Y0JSU1F3WW1jajg5L09hMW5mUDNiKzZuS1ZGdGMwR1BRdmxkSmxRbE5OcDBYTkFMUG5id2t0THhDZDc4TGUrdThoUmFlVDA2V0h6cjB5ZXpIL1hyV3NhT1BHNDlQU21kZWxSd1VFRFoyN1p3c3d0VzVoMTNua0s1c3JSWmZOZjRadmI5bS9iWmRlWlYxc0dQUVk3WDRROVg3Uzh2cTRJWm1WQmJWN0w2NHRtUS83YjRmdW5uaG0ralRNR0ptNkV5RXdUUFBidGdSVTNCZGRuWDdQdnp5Snl0SWhNZ0t2ZmdlaFVFN1J0Vkx3aE9EM3hYaGgydFptZWNST3NtUUcySDVNTnI1djZJaTI2K0hub1B0SmtzWWZ5QmE0LyswNkdjNTh3MDE4L0R4OEZNdDM5aDVZNEpISlVVNytTZHFKZ2JoZlRmMFFpNjc0dXdSdmo0dmpUdXpIN2pXQzl2T1J1a1ZnT3EybFFzQ2szOUNJNkpQRHFkRm9zbmxPNHozT0VCbko5dFEzTWV5OTRBWnB6VE93QnR6bXJkd3hYM2RHUDZIZzNsZ1g1MjZwWkZsS2Z0OStJL1FzVU9aMFdmajlOQTdVTkdwTkVTcWFYdUFRM3NZa1JlTHhPVmkvZXcxZHpDeW5aM2Z5T1ZsRmVEUzg5dG80K2crTVpNREtSN3Ixandtb01pM3dick5xemg3azdkd0l3SURHUnkvcjJiVnAzWms0T0ozYnJ4dWQ1d1Q0L0lqWDFpTGRScE11Sjd0ZHlNTmVWQUhVRjRabkE4U09oejkyUTl3YnNlQTc4MWJEb2d1QjZiMDlJR0EzbGV6MU9IcFZyM24wbDhPVlpVTDNKekh1NlFjOWJEdS9uRWVuTUxLZXBPZGhRRjh4Z2NrZWJXb1NOdkVtaE81aTNobHFZY3g4azk0RitaMFBFZ1grbkZUbXFSU2FZbXg2K1FQazlWeVJVNUVOVjRQclJHMXFiUGVRaWF2NWpKaURWZlRRa3FlU1BTQmoxSzJrbkN1WjJNWllGcDAzTkljTGpvR1IzTFd1L0NwWXZ5TXlOSmk3UnpmZnZHUkMyejllZjc2YTZvaDdMc2xnVlV1N0E3V2xlcHpZK09ZSng1MlFDME9EenMrQ2pmQ3BLZzdWdGg0dzk4QUZXWEM2TG1FQUppS0s4R3Q1OWZuTlRRRGE3VHd5WlBhUDM2empmL2ZrQXZuaDNGeXNXbU1mb2hoNmYzRFFBMnBiVjVYencwdFptbWJ0SmFSNnkrOGF5Zkg2Uk9hZHRhdml1WDE3S2FWT3o2VE1rdnRsNVJJNG1kdzRmVHFvM2VDZjRndHhjcnU3Zm41cysvWlNIVGp3Ump6UDRlOERqZFBMWmxDbmtWMVZSN3ZQaHNDd1NQSjZXRGl2U2RibVRUUEQxc0IwdjBRUm9TeGRDM0hDSUh3NnhneUZta01ta1hYTXZiSDdVMU1MTnVqcFk3emJsRktqNEJrb1hoeCt2MTIyMG1UbG9PY0VWQ0VKWkxoajJQTGlWUFMvZkl0VkY4T2lnOEdYWHpvRXZIZ3pPWjRRTVBCZ2RNbGJDNHFkTitZV0JGN1p2RzBXNm91ZlBDWjgvOXdsWS9XWndQbU5ZY0RxMFgyMmFiVjZYL0ZkQko1RzlxVjlKTzFFd3R3dnlScHZnUzFtSkQ2ZmJnYi9XVDRUSFFYcFdWSXZibDVmNFdCNlNDUXNFQmtZTEZxck42QkhOcUlscFJNZTV5T2xyeWg3VSsyeFdMZDdUTk1CYW55SHh4Q2VIbDNJNFVFNm5oY3Z0QUJxSWluRXg2ZUtzL2QvWDFmckZiWGJmR0JKU1BPemVWZE8wN1lpVFV4bHhVaW9PcDhXQWtZbDg4dVlPZG0weHBSY1NVajMwSHF4QXJoejl2dGUvUC8wVEU1dm0xNWVXTWlaUWV1SEUxMTVyYzkvYmpqMlduNDBZMGE3dEV6bmlzcTQycjhPdDU0OWJYdDczYnVoN1QvTkIwVnp4TUhZMnJQOGQ3UGdmMUpkQjl2ZWhSeXZIYWRvdkZzYk1oSyt1Z016TGdzRmhrVyt6elo5Q21YbnFoTUdYUWx4MmNOMnhWOERhZDB3bUZFQnkzMkI5UWhGcFhmRjYyUDZsbVU3cUEvM1BEYTdMblFDWkkyRm55QTNKOU1GSHRuMGlYWkg2bFJ3bUN1WjJZVGw5WTVoNmMxOCsrTjlXMHJLOHJRWTd1MlZIaFFWell4TGNUSm9TSGtUTjZCRkZSby93WUxETGJYSEdGVDJZOC9wMmRteXM1S1J6TXcrNXpRbXBIaTY4b1RjZnZieU5reS9JSkNybThQd0lPcHdXRTZka01lUFp6UXdhbmNUZ3NVbDRvNFBIVGt6emNNSDF2ZGk1cVpJbG54WXljRlNTU2l6SXQ4TEk2ZFBEY3Z5bWpSbERmblYxcTl1SEtnOE1taVlpaDhEaGJYMmRLeGI2LzlHODloWTdHTTV1cGRDNzVZWVJMN2U4emhuVCtuNGlSd04zTkJ6L2svQmxRNmFhOGdsTFg0QlRmaE8rTHFrUDNQQUZsT2VCM3dmdWxwTWZSTDcxUnY4Zy9KSHZ2cWZEd0NrdzY1Y3c4WmZoTjBHY0hyajhWZk9vZUYybEdjVEpFM2ZrMnl6UzJhbGZTVHRSTUxlTGkwMXdjK0gxdmFpdGJuMlUzdHlCY1Z6eDAyTndPQzNjSG1kWVJ1NitPQnd3YVVvV0ZXVytwbHE4b2NhZm04bjRGb0s4UThZbXQxcVNJVHJPeGZuWDViYTRya2YvV0g3MHU5YnZQclYyUG9DVWpFaStlMmQvckRZK1htWnVOSm01KzFmV1FlUm9VRlVmWGp3LzBlUGh0MlBHNExkdEZoVVdNaVl0TFd6OXMydldzTDYwRklBMGJ4dEJLQkVSa1k3ZzlzTG9HOEtYclh3VlB2MjltWDVxWE52N24vczNpRTVyZXh1UmI2UEJsNWliSDQxS05zTUw1NXZwRnk5cWU5K1IxOEtZSDdWZjIwUzZLdlVyYVNjSzVoNEZIRTRMYnhzWnJrNlhSVnpTSVpSSHNDQW1aQ0MxenF5dFFLN0l0OUgzK3ZjbktUTDRlUGZZOUhRU1BCNnUvUEJEUHMvTDQyZkRoM05pUmdZQVgrM2V6YlNGQ3dGSThuajQzb0FCTFI1VFJFU2t3MVR0aGtmMit2dDAvQzFtK2Y1b2FENUlyb2dBejUxRFdNMzJFMjdiLzM1VlY5a3VUUkxwOHRTdnBKMG9tQ3NpY2hTN2MzVk40MW9BQUNBQVNVUkJWUGp3c0pxNUFLOXQzTWljbmFhMjRKVDMzdVBqODg4bk95YUdxei82aUFiYlBKNTkrN0JoeExxN3hrMGNFUkg1bHFuZnExeFF0MlBoeE51aHRnd3FDOEt6b093R1dQQzNZQkEzNnNBSDh4WDVWcWl2Q1orUGpEZjl5dlpEM3JMd2dab0FWcjRDSlZ2TXRQcVZTTXZVcjZTZEtKZ3JJbklVKzdLZ2dFV0ZoV3d0TDJkclJRVmVwNU9IeG8zajZuNzkrTSthTlJSVVZ6UHhqVGNZa0pqSWl1SmlBQVluSlhIYnNjZnU0OGdpSWlJZHdCVUp3NjRLWDVZNUVsd2VtSGtMMkRaTS9CVjRrOHk2SmM4RUE3azl4a0dxbmpvUmFkR2dTOENiRUp6UEhHN3FkYjV6Syt4WVpCNzM3ajdLckN0WUNWODhaS1lqNDgyajVDTFNuUHFWdEJNRmMwVkVqaUxEWDM2WnRTVWxUZlBmblRVcmJQM3g2ZWtBUEhueXlhd3JLV0ZlZmo2Rk5UVVU3dG9GUUxUTHhmVEprL0c2OU9kQjVMQ3g2OEZTbnhJNUxDSmk0T1I3bWk5Zi9SYVU3VERUcjE4TEYvOEhTcmZEWnc4RXR6bmh0aVBUUnBHdWFNd1B3clBhQWRhOUI5dm1tK2szZndCVFg0VFlESGpuTnBOWkNERHFldE12UmFRNTlTdHBKN3F5RUJFNWlxd3QrWC8yN2p3OHF2TDgvL2o3ekpaTTlwMDFRTUsrSTZDaUlLaW91S0ZRMTdaV2JldFNTemV0L2FudHR5MjErNmJXVnJ2YVdxMUwzZXRlRjFRRW9ZQWdzb1VkUW9DRWtJV0U3RE56Zm4rY0pHY20rNFJzRXo2djY1b3JaMzNPUFpPNWt6bjNQT2M1cGMxdWVoWXN5bW5keU5EamRISlpWaGFyQ2dwQzFvOUtUR3djYWtGRXdtVDZvZVl3Vk95QzhpMVEvaWtjK3hpT2I0ZjV1WERrRFNqNXFQWDlCeTZHdFBrOUY2OUlKQXI0WVArSFVIWUl5ZzlhQmR3aHA4TGNlMkQvQ2lqZURZYzN3TFBYV1VNdTFGVmErMDI2MnVyQkt5SXRPN3dSOGpmVjU5VWhxeGY4T1QrQUNaK0JyUzlBVlJIOCsxcElIUVZGTzZ4OVVzZkFqSnQ2TjI2UnZreDVKZDFFeFZ3UmtYNGt5dW5FRndoUUc3QysxYjF0NGtST1NVOW5SSHc4V1FrSkpFZEY4ZmR0Mi9qVmhnMXNEK3JCMjJCalVSRlRubjZhcTBhTjRzdmp4ek4vNkZBY2h0RnNPeEZwb3VBL3NPNHpRS0RsOWZrdlFNa3FPUEJJNjIzRWpGQXhWNlNwb3pud242L0FzVnhydnJvVW5tc3l6RUxzQU9zRWVmRWo4T1Jub0tvWThqZmE2MVBId1B4N2V5NW1rVWp3Mk1WUXNzZWVmL1Bib2VzSFRiZCtudjh6S05rSGg5ZGJ1WlczeGxydThzSmxEMXU1SnlJVzVaWDBFRWR2QnlBaUlsM24wSTAzY3ZPRUNZM3ozNWd5aFpzblRPRDh6RXh5U2tvWTl0aGpmUG05OTBJS3VaTlNVcmhqNmxROER1dGZRZ0Q0OTY1ZFhQREtLenk3ZTNkUFB3V1J5QlNvbzFraDErR0YyTEdRY1VuejdaMngxc01SMHlQaGlVUXNYdzJVN3JNdlBXMkp5MlA5OUtaQTV1bk4xNmVOdFh2b2lvaWxaRS96bXpNRmE4Z3JweHRHbmRkOGZmS0l0dk5TNUdTa3ZKSWVvcDY1SWlMOVNIVDlNQW90V1RCc0dHT1RrdGh3OUdqanR2ZE1uODQ5TTJiZ2RqajQ4b1FKZk9YOTkvbXdmdnpjOGNuSlhEVnlaSS9FTGRLdmpMa1hSbndkM0VtaHk0KytZLzEwcDhFRmhkYjA4Uno0b1A2R1RJRzZub3RSSkZJNFhHQTRBZE02d1hWRncybGZoY1Noa0pnSkNVT3RJVTVXL3g3Vy9SVnF5cHEzc2YwVjJMTU1wbndXSmwwSmFlTjYvR21JOURsT0R3VDg5ditlcWRkQnhrUTd0NklTWWZPL1ljMmZRM3NhTmlqY0JvOHVnTEdYd09ScllOaHNNTlJYVEU1eXlpdnBJU3JtaW9pY0pOd09CNCtjZXk0WHYvb3F0MHlZd0pMSms4bndlaHZYVDBoT1p2bml4YngvOENDLzNMQ0JtOGFQMXhBTElwM2hTckFLVVA3ajFyemhBWWNIU3RkWjgxSHA5cmJCT1hid2NYQW5ROXc0U0QyNzUrSVY2Y3ZTeDhHM3RzTmpGMEhSVHV1R01HZDh3MTYvNGpmd3Y0ZUFKdU85anp6ZjZ2bTA0M1ZydnE0Q1B2NGJiSGdVYnZyUXV0bU15TW5zSzJ2aGc1L0NKNDlaODlOdnRHL1V0T2RkZUdWSjh4NkdxV05neEZ6WThNLzZZcFVKMjErMUhwZitIc1l1N05HbklOTG5LSytraDZpWUt5TFN6L3hoN2x6K01IZHVpK3RPU1Vzajc0WWJjTFpScEQxN3lCRE9IaktrdThJVDZmKzJmc3Q2TkJqeFRmQU9nOHBkMW54UzBHWGduZ3g3K3ZnMjJId2JqUDYraXJraURRd250UFc5NHVScllQMC9yR0l0UUd3Nm5Mc1V4dFFQYjdMN0hWaTJGTXJ5clBsSlY2dVFLd0xnaW1wOTNZaTVrRElTam15eDVwMVJjUHBYcllmRGJlWGQyOStGZzJ1dDlTbWo3SndUT1prcHI2U0hxSmdySXRLVVlmZ0FQK0QwQlFMNEFnRmNqdjV6ZVV0YmhkeElWdTN6RVREcmUyWVpSaFhKeVJwd1N2b0dmd1VjZXNxYWRrVERxSHZzZGU1a3lMb0Q5dDVuTDB1WTNyUHhpVVN5eEV5WWN5ZHNmQUptM2dRVEZsc255QTFHbmdkWlo4TzIvOENHZjhDc3IvZGVyQ0tSd3VHR0JiK0M1MitFcVorRmFkZERUSnE5UG5VMFhQc3NIRmdGYS80RWs2L1ZwZUFpN1ZGZVNSZFNNVmRFcExraVRMTWN3MGdxcnFuaFdHMHRxZEc2bzJoZlZoY0lVRkJWaGQ4MHdUUjlHRVkrVjEvdDcrMjQ1Q1ExOEFwSW5tWFBKODZBU2IrSFRiZkJvQ3NnZGt6bzloTitDMk4rQUxWSEFST2lNM3MwWEpHSWNPUGJyYStiZnFQMWFLMExyOE1GRTYrd0hpSmltMyt2OVdoSnhrVDR5dXI2TWF0YmtYbUc5UkFSbS9KS2VvQ0t1U0lpelJWaEdPVkEwczVqeDloZlhxNWliaCtYWDFuSjV1SmlhOFl3S2pHTWd0Nk5TTUptWXZXSU4zQVM4SUhwQXlOQ1A2YWtuUWZEdnhLNmJQa1VxRGtDUjk1b2U5L2swMkhtZjdvdnRxN21yd2JxTzhFYlZMRUg5WWp2c3d5ZmRhY3d3OHF4Z0I4Y2JaeE1ScFQrZWNVSkFMNGFhTGpxSkVBVjd5akgrcGIrbkZlMFhYQ0taTXFyUGs1NUZaR1VWejBxUXMrU1JLUmJtRUczRHpFTmY1VHBQRG4vQU5mVkZlQnlGV01ZbWJ1T0hlUFJuQnlHeDhlcm9OdEhsZGZXOHUrZE8xbVpuOSs0aUxxNkE3MFprM1NDZ3lKTXlvRWs2b3FoN2hoNFVuczdxczdaK2kzWWRxYzlQMktKVmNpdDdjQjNETFZGM1JkWFZ6Tjkxbk15L1FBK0lOKzRHdldJNzZzQy9pSWNEaXZIcWt1dE1XYWpFbm83S21tTDN3ZVZSNjBjTTAwcng1NVZqdlVweXF2SW83enErNVJYa1VkNTFlUDZYakhYTUk1WWx6Y1RYMTNobzY3R2p6dXFuMzV6SWRMSFZGYjQ4UHNheHh6TkR3VDgxVzN2MFUrVmx1YVJudjQwTUJYZ3oxdTJrSGY4T09kblpwTGg5UkxyZHZkeWdBTFdHTGxGMWRWOGVQZ3d6KzNlYlkrWEM2OVRVcktsTjJPVFR2QlRoSk55VEpLbzJBbFYreU8zbUJ1b0FXcnNlWDhOakxvYmZNZWhkRFVrelFyZHZuZzVISzIvaER3cWc0aFJXd3psbXh2bUtnbWdIdkY5bWNNb2d2b3ZURXIyUWtXaFRvNzd1c29qY0hTN05XMFlsUkJRanZVMXlxdklvN3pxKzVSWGtVZDUxZVA2WERIWDRUY0tBbzVBdVlFUlgzcTBoc29LUDRrcTVvcjBpS0xEVmRSVSt1cm56SU9tdjdxeVZ3UHFMVXVYQmxpNjlEZWtwVjJHWVp4Ukd3anc0dDY5dkxKdkh3N0R3T2luTnhDTE9LYUpIL0FGUWpxUUg4VGwraFpMbDU2Y1gwUkV0Z0pNaW9GTUtuZkJnVWZCT3p3eUM3cHA1MEhDVkhzK1pTNmtMN0I2Nng1NXpab2YrZitzZGY0S3lQMkx2VzMyblVRRVh6a2NmaDZLVnpZc0tjZEFQZUw3TXArL0FKZmJ5ckhTL2JENU9UajFGdkFtOTNaazBwTGFDc2g1RlE1OVhML0FMQWRET2RiWEtLOGlpL0lxTWlpdklvdnlxbGYwdVdJdUR0OFJ3M0NVQXhRZXF1Ymc3dU1rcHFUMGRsUWkvVjV0dFovZG04dW9xYllLWXlibVlYOTE4c2xaekFWWXV0VEgvZmRmak50OUwzQTFoakhBWjkxY3E3Y2prNWFZWmltRzhWOGNqcnU1OWRhVDkzMGJ5UmFTeHlzOGpjUHFFVS91bjZFNkQ5TFBCMDhHT0dON09jQjJITnRnVDhlT2c5VHpRdGNmZkJweS8yNU41OXdEdFNXUU9nLzIvaGFxNnovdkpreUh1akk0OG1iUHhOd1pnV3ByS0lqaUR5SC9lUnJIeXpWNW5hT29SM3hmVm4wb2o1aGhUK013ckJ6NytHOVFzZ2VHbndVeEtlQ082ZVVBQmJCNjhsZVZRTjVhMlBrR21FRTVWcEdySE90cmxGZVJRWGtWV1pSWGtVRjUxYXY2WFBleTk1YWFyaTAxbTM3cGNCaDNBRGhkQnBOT1R5RnpkRHllS0FkT1o1OExXU1JpbVlDL0xrQjFsWjl0SDVld1A2ZThvVlpaYkFZY3R5NzUrY1RuZWpmQ1B1QysrN3k0M1hNeGpOT0JEQXdqQTRqdjdiQUVnRXBNc3hBb0lCRFlSRlRVMjl4NjY3SGVEa282ejN3UEZ4VXNCK3hiK0JvdXdBRjl2VWU4NmJmR2tJWDZHMXNZUVYvK21PQndXUjl5RzdZeEFjTUJ3ZmVHTU56MXkvcTQ0T2RxT1lqSkdHTWgraUtsanpPWDRpSnUySEl3Z25MTUNRNEhmZkMwNE9SbEJpQVFuR1BtUWVKenh4aTNLc2Y2SXVWVmhGQmVSUlRsVllSUVh2V2FQcGtGdjc1elkwWnNsR001TUxaaG1UZldpZHZqd0tGaXJraVhNVTN3KzAxcXEvM1VWZ2VDbGh1UHVqelZTMjVkT2xOL2hCdGNkWldUaVJQZGVMMXVQQjZOL2RJWEpDVDRPWGJNUjFsWkhVdVgrdHJmUVNLQitTSkp1TGtYazZzeEdORGI4WFNJU2Z1ZnFEcXlUZVFwdytBTkhOeHRYTVMrM2c1R09zWmNtcFJFWE1LOW1NYTFHS1QzZGp6U0ZyTVUrQzkxdFhjYjkrUXJ4L293NVZVa1VWNUZDdVZWSkZGZTliUStlMXJ4d0YxYmhubWM1ci9BbklQUmQrTVU2VTlNQ0JpbThYZm4wZXF2M3ZxWG1YVzlIWStJbkp6TVovQVN3MXpnZEV3eU1PamJQZUpOWm5UZ0pNTWFPOEVnbFFBek1BanVndXZEWkNNR2hkMFdZOWVwQkFweFVFQ0FiVVR4aG5FKzZoRWZZY3piOFRKbzJId2NUQWN6QTR3TVRLUHY1dGpKeEFoVVlocUZHQlRnOTIvQ3JIemJ1THRFT1JZQmxGZDltUElxWWltditqRGxWYS9xMDBYU1g5eTFMakhlNWYwQ3B2OHNBeU1SdzB3MFRTTzZ0K01TNlM4TXd6Uk5qQW9EU2szVE9JckJDNjdDNmpkVnlCV1J2c0I4QmljVnVFbkJUWUMrMnlQZXhSTVluQXMwZkVaNUI1TzNDWkNMZy8yWUhNVGdOQXkrQ3B6VFJrdi9BLzVPRGEvZ29LcmI0KzRNQjM1cThMR1ZPbU1wNmhFZjRjeXJjRElSTjk0ME4xVyt2cHRqSnhPdnkwOSt0SS9FUE9WWWhGSmU5VUhLcTRpbnZPcURsRmU5cWs4WGN4c3NYZnBlOUNBR3g5WDZxdVB4RzFHOUhZOUlmK0gzbXlaR1haWEg4SlE3aTJ1UHE0Z3JJaEkrOHoyaU9jNmxHRHhyTGVBMll5Ri9BakJmWVFnR2E0RkJvVHRSaE1HZk1ibXB2dWR4OExvL0dRdTVyV2VpRnhFUkVSR1JTQklSeFZ3UkVSR1J2c3g4aFN0Ykt1YldyL3NEQmt1Q05uOEtOOTh5Rm5ERWZKTVVmUHdha3hzeGNHQlNpNE14eGlYczcrbm5JQ0lpSWlJaWZaK3J0d01RRVJFUjZkYzgzRVV0QzRBUE1mbXRjUmxiR2xZWkYxSU1mTmw4azUvajR6c1lsS3VRS3lJaUlpSWlJaUlpSXRKTHpHZjY4SmkvSWlJaUlpSWlJaUlpSWlJaUlpSWlJaUlpSWlJaUlpSWlJaUlpSWlJaUlpSWlJaUlpSWlJaUlpSWlJaUlpSWlJaUlpSWlJaUlpSWlJaUlpSWlJaUlpSWlJaUlpSWlJaUlpSWlJaUlpSWlJaUlpSWlJaUlpSWlJaUlpSWlJaUlpSWlJaUlpSWlJaUl0M0Y2TzBBUkVSRVJQb3I4MFZHRU1VUWZBekJ3TUJKSGo0T0daZXh0N2RqRXhFUkVSR1J5S05pcnZTNCsrL2VNTUpqdWdhYlRvWWFCb1kvRURoazFKSDM5ZDlNMVltdGlJajBDK2FMSk9IaU5tQXhNQUNEREV3TW9BQUhCUVI0SFI4UEdJc3A3ZVZRUlNLYStmT0JJekFjZzNHNmhtS2FCbkFJb3piUCtFNkJQbGVLZEpMeVNxVHJLYStrSzZtWUt6M213YS92VEhERlZ5OHhZYkdCa1k1aERqUk5ETVBnQ0NiNUpyeGVVK1Y0OEk3N0p4YjNkcXdpSWlLZFpiNUlFbTVlQk01dVo5UDM4WE90Y1RrRlBSR1hTSDlpTGsxSklEWnVDUWFMd1VqSFpDQUdCcGhIZ0h4TVhzZForcUJ4UjVrK1Y0cDBrUEpLcE9zcHI2UTdxSmdyUGVMK2IyMUk4c1E2bnpJd0xteHpROU5jN2NaWWRQUFBKdXZFVmtSRUlvNzVESEY0ZVJLRGhhRXI2bjgyL2VSbDhoSUJyamN1cDd4SEFoVHBCOHlsU1VuRUpqNkZRZHVmSzJFMXJxcEZ4cmVPNkhPbFNEdVVWeUpkVDNrbDNVWEZYT2wyRDMxMVN4eEpnU2VOSmllMnJaM1hZdkpTdWUvWTlYZjlhbzVPYkVXNjBwLytOQUdmYnpTQndDZ013OEF3ZHVMMzcrYWIzOXpjMjZHSjlCZm15OXlOZzU4M1gxSC9zNlZQWGdZL01pNWhhYmNHSnRKUG1FdlQ0NGoxUG9saDFIK3VORnZac2o3WkFvR1hNS3V1Tis0NnFzK1ZJcTFRWG9sMFBlV1ZkQ2RIYndjZ0o0RkUvOWNhQzdtdC9mMEtYbWV3S002VitPMXVqMHZrWlBIZ2crbjg0UTkveGU5L0QvZ1hUdWN2Y0RoK1VUKzlqSWNlZXB3SEgwenY3VEJGSXAzNUN1TXd1S1hGbFFhdGY0VWU0RGJ6RmNaMVcyQWkvVW1NOTJ1Tko4Wm1HeDhzRzlZNUhJdHd4T2h6cFVoYmxGY2lYVTk1SmQxSXhWenBWZzkrWjkxSUhFRW50a0Vuc3MzT2E0UFhHZVp0djcvcjA4bmRIWjlJdi9md3cyTnhPRjdITUc0Q01qQ01PTUFGT0RHTU9Bd2pIYmdPaCtOMWZ2OTc1WnpJaWNuR0lDN3N2UXlpZ2V5dUQwZWtmekYvbGRIQzUwcWo1VWZ3aDB6RHVNMzh4VkQ5anhOcGdmSktwT3NwcjZTN3FaZ3IzY3J0ak1vME1NSS9zY1dJeGpESGRIMUVJaWVSQng5TXh6U2Z3akJtQXRhM3ZpMDlBQXhqSmc3SFAzamdnUUc5R0xGSXBCc05KQURXMVNidFhZMWlyL2NDbzdveExwSCt3ZkJrWWpaOHJtd3J3Um8wYmhPTkEzMnVGR21KOGtxazZ5bXZwSnVwbUN2ZHlqVE1MRXpyeERhczgxb1RyOU13eG5kemVDTDltOFB4WStDVU1QYVlnZHY5bSs0S1I2VGZNL0ZpNHVyRWZrNE12TjBRa1VnL1kyUmgxSDloRWg0dkRxYytWNHEwU0hrbDB2V1VWOUs5Vk15VmJoWEFqQVl6N0JOYjA4Q0pZY1IwUjB3aUo0V0hINTZDWVZoM1RXM29nV3NZTFQrQ2UrakNBaDUrZUVxdnhTMFN5VXoyWVhBY2FIdU0zT2JycS9HenYxdGpFK2tQVElJK1Y0YVJaS2JweERUMXVWS2tKY29ya2E2bnZKSnVwbUt1ZENzalFCNVlKN2Jobk5jYW1OV21HZGpkemVHSjlGOCszeWdNSTc0VGUzcngrWFM1dDBobkdPekFwS3dUKzFWaXNLTWJJaExwWHd3akQ5T3d2akFKNzVxdmF0RG5TcEVXS2E5RXVwN3lTcnFaaXJuU3JYeE85cG9ZNFovWTRxZzBIR3pwK29oRVRoSU94MGdDZ2M1ZDJtTVl1aEdUU0dlczV4TmdUZU44ZTUvYjdlbjE5ZnVLU0Z1TTJ0M0FzZkQzb3hMWTNPWHhpUFFIeWl1UnJxZThrbTZtWXE1MHF4TFBpMXVOb0JQYmpwL1htdXVQdUtlc2FYVmpFV21QSDRjajBJbjlUQXlqTS91Sm5QU01wUVR3Y3p1UVp5MElXdG0wVTRhOUxoY0h0eGhMVWQ2SnRPZDRmZzZZYTYyWmhpUnE2ZE5sdzdLR3kxWlpUMFhlMm02T1RpUXlLYTlFdXA3eVNycVppcm5TclpZdVhSb3dEVzQzVGV2RTFnQk0wNngvTkF6VmFjMDNudGVhUnE2Sjg1YWxTMVZRRXVrMDA5eUZhWlozWXM4cVRITlhsOGNqY3BJd0ZuRUF1QW1UMER4cWVheWhiUmpjYWx5aThYSkZPc0pZU29BYTMrMllabDc5a3ZvMVpwTkgwRHFUWEl3NmZXRWkwZ3JsbFVqWFUxNUpkMU14VjdyZGtwOU9QdURBdUFuWUJtQVlSdjJqNGY1TDFueTlYV2JBdVBWclA1MmdFMXVSRStGdzdJUk9qTjBKVmZYN2lraG5yZU50REJaajhrNGJXNjNFeFZXczVhMGVpMHVrSHpEKzc5QUJEUE1tVEhOYi9aSldIZ0RtTGt6L3JjYWRoL1c1VXFRTnlpdVJycWU4a3U2a1lxNzBpSUtmUGZlMldjY1YwTWFKcmNsS244KzRzakI2Z2s1c1JVN1VraVhiTU0xbkFPdGJFN0M2d2pmOERKNE8zaVlRZUlZbFM3YjFZS1FpL1k2eGxJQnhLWnVOaFp5UG53c3dlYlZ4cGNtcitMbkl1SlE1eG9Wc1VlOExrVTQ0ZnVCdEFuVlhZSnB0Zks0MFYrTHpYMGxsbmo1WGluU0U4a3FrNnltdnBKczB2K0JQcEp2OTZidWJ6dmRqM214Z1hBVmdZTHdiQ1BoL3MrUVhVOS9zN2RoRStwV2YvenlaaElRWGdYa2h5NXNXY08zbHk2aXR2WW83N2lqdW1RQkZUZzdtYS93UWs2VUFHQ3cxTHVGSHZSeVNTTDloL25ybzJXRGNETWJuNnBlOEJZRmZHdDg1dUt4M0l4T0pYTW9ya2E2bnZKS3VwSjY1MHVPKzhyUEpiNE94c3VHcUF0TUliRkloVjZRYjNITlBDUjdQTmNDS2tPVU5ZNXlFZW9kQTRBWVZja1ZFSkpJWTM4bDdIOE5ZWS85dk03YnF4RmpreENpdlJMcWU4a3E2a29xNUlpTDkyYzAzRjFCVGN6bW0rVE5nQzZaWjJyak9ORXN4emEyWTVuM1UxRnpETjc2UjEzdUJpb2lJaUlpSWlFaDdYTDBkZ0lpSWRET3J0KzMzdVAvK3YrTHgzQVY4QlFERGVKcEE0RmQ4L2V0N2V6VStFUkVSRVJFUkVla1E5Y3dWRVRsWjNINzdQaUEvYUVtK0Nya2lJaUlpSWlJaWtVUEZYQkVSRVJFUkVSRVJFWkVJb0dLdWlJaUlpSWlJaUlpSVNBUlFNVmRFUkVSRVJFUkVSRVFrQXFpWUt5SWlJaUlpSWlJaUloSUJWTXdWRVJFUkVSRVJFUkVSaVFBcTVvcUlpSWlJaUlpSWlJaEVBQlZ6UlVSRVJFUkVSRVJFUkNLQWlya2lJaUlpSWlJaUlpSWlFVURGWEJFUkVSRVJFUkVSRVpFSW9HS3VpSWlJaUlpSWlJaUlTQVJRTVZkRVJFUkVSRVJFUkVRa0FxaVlLeUlpSWlJaUlpSWlJaElCVk13VkVSRVJFUkVSRVJFUmlRQXE1b3FJaUlpSWlJaUlpSWhFQUJWelJVUkVSRVJFUkVSRVJDS0FpcmtpSWlJaUlpSWlJaUlpRVVERlhCRVJFUkVSRVJFUkVaRUlvR0t1aUlpSWlJaUlpSWlJU0FSUU1WZEVSRVJFUkVSRVJFUWtBcWlZS3lJaUlpSWlJaUlpSWhJQlZNd1ZFUkVSRVJFUkVSRVJpUUFxNW9xSWlJaUlpSWlJaUloRUFCVnpSVVJFUkVSRVJFUkVSQ0tBaXJraUlpSWlJaUlpSWlJaUVVREZYQkVSRVJFUkVSRVJFWkVJNE9ydEFFUkVSRVQ2TllOM01LbXVuMTdSeTlHSWlJaUlpRWdFVXpGWGVvZmYvN0hwY3Z6S21qRjFZaXNpSXYyV2NURXJnWlc5SFllSWlJaUlpRVErRlhPbFZ5ejU1YlFWb041SklpSWlJaUlpSWlJaUhhVXhjMFZFUkVSRVJFUkVSRVFpZ0hybWlvaWNUSllzK1JId285NE9RMFJFcE12VTFyNk55LzFGQUV4emF5OUhJOUkvS0s5RXVwN3lTa1JFUkVSRVJFUkVSRVJFUkVSRVJFUkVSRVJFUkVSRVJFUkVSRVJFUkVSRVJFUkVSRVJFUkVSRVJFUkVSRVJFUkVSRVJFUkVSRVJFUkVSRVJFUkVSRVJFUkVSRVJFUkVSRVJFUkVSRVJFUkVSRVJFUkVSRVJFUkVSRVJFUkVSRVJFUkVSRVJFUkVSRVJFUkVSRVJFUkVSRVJFUkVSRVJFUkVSRVJFUkVSRVJFUkVSRVJFUkVSRVJFUkVSRXBIY1p2UjFBVTM5ZXVpN0c5RWVQRHZnQ1NiMGRpNGkwem5RWWRZNmF3SzdiZmpQMVNHL0hJaUlpSWlJaUlpSnlNbkQxZGdCTjFkYTR6M000ekFjTWg1SFYyN0dJU0hOVmhvOU4wVVVVdUtyckNwTXExN3ArLzhkM2ZZNkF2N2ZqRWprWkRISWM4MXppM1p4eVRkejZMZWQ1Y3c3MGRqd2lKNFZ5cDUrQ0ZCKzEwVkc5SFlwSS94R0lJa0FtRHFNVWpLTzlIWTFJLzZDOEV1a2VEaC8rdWszRzNZZHllenVTQm4ydW1PdDBPS2RnbWlQNlhwOWhFUUhZNnlubmhjUzlsRGxxM2NDWjlROFI2UUZuUk8zbEIwbHZrT2txQWJPM294RTVTWmp1Q2dKUjFSaU8xTjRPUmFUZk1BMXdBSVpPK2tTNmpQSktwSHVZMU9KMC9zMjhmZWlkeHYxNVZiMGREbGlwM3FjWXB1bkVVQ2xYcEs4cU0yb29jOVQyZGhnaUo2Vkpua01NZFpYMmRoZ2lKeGVmT3dhZkNya2lYVTVuZkNKZFQza2wwdlVNUE9DWVFTTGUzZzZsUVo4cjVvcUlpRWpMREFNTWRja1Y2VmttaG5vNWlYUWgwOFM2dkVSNUpkSmxsRmNpWGM4MDYzTUxNRXlEaE40Tko1aUt1U0lpSWlJaUlpSWlJaUlSUU1WY0VSRVJFUkVSRVJFUmtRaWdZcTZJaUlpSWlJaUlpSWhJQkZBeFYwUkVSRVJFUkVSRVJDUUNxSmdySWlJaUlpSWlJaUlpRWdGVXpCVVJFUkVSRVJFUkVSR0pBSzdlRGtCRUpOTE1HVFNJdTZkUDU0eUJBNGx6dXpsUVhzNExlL2J3NDNYcktLK3JhN2I5bE5SVTdqM3ROTTRhUEpob3A1Tk5SVVg4WXYxNlh0cTc5NFRiYmpBaVBwNUg1ODluZFg0K2Q2OWUzZUhuRWs1c1RmM2w3TE81ZWNJRUh0bTJqWnZlZTYvZDdWMkd3UjNUcHZIRmNlUElTa2lndUthR2wvZnU1YnVyVjFOY1U5UGx6MDBpUk5RZ0dINHJaRndDc1dQQkdRM1ZoNkh3djdEekoxQ2QyM3lmbUd3WS9RTklPeDg4YVZCYkFBV3Z3bzZsVUh2a3hOdHZNUGh6TU9HM0VEVVFkdjhTY3U0Tzc3bWxuZ01qdndOSnA0TXpCaXIzUU43anNPZTNZRGJKNXltUFFPYVhXbS9ybzdPZ1pFWDd4M1RHd2FoN1lOQ1Y0QjBPL3VOUTlDSHN2QmZLTnJTK1grS3BNUG1Qa0RnRFN2OEhLMmQxN0RsSzVITkd3YVFyWWN6RmtENGVvaEtnNWhnY1dnOXIvZ1NIUG02K2p6c0dUditxdFUvQ0VLaXRoSU5yWU5XRGNHVExpYmZmWU9BVU9PK25NR0F5SE40QVR5NE83N2tsWnNJWjM0VGhaNEUzR1NxUHd1NTM0YU1Ib0txbzVYMWkwbURtelpBOUh4S0hXTXZLODJIMWc3RDF4WTRmT3pZRHp2aytqRjFvelQ4d0Z2eXQvSytiZkMxTXVSWlNSNE5wUW1FT3JIOEVkcnpSOGVOSjM5TGRlUVdRZlM1TXZCSUdUWVBZZFBEVldPK2RUNStFclMrMEhsczQ3ODJXOUdaZU9hT3MxK2kwcjFqVHo5OEErejVvZWR2TU0rRFVXMkRRS2VEeXdyRmM2M1ZaOTFjSStEcCtUT2xiT3ZPK0QrZHZyUEpLZVJVaFZNd1ZFUW5EVlNOSDh2UUZGMUJhVzh1eXZEejhwc21jUVlQNHppbW5zR0RZTU01OC9ua3FmUFkvc2xrREJ2RGVva1VZd0t2NzlsRVhDSEJaVmhZdlhuUVJYMXkyakVkemNqcmROc0RnbUJqdW1EYU5KWk1uRSsxMHNqby92OFBQSlp6WW1ocVhsTVNYeG8vdjhMRU00SmtGQzFpY25jM1draEtlMkxHRDZlbnAzRHB4SW5NR0RXTFc4ODl6dkVteCtrU2VtMFFJVnlLY3N4T2NzYUhMdmNOZzJNMHc2QXBZT1JzcWd0NkxpVE5oMWpKd3hkdkxvak5oK0cxV3dYYmxMS2c1M1BuMkhkRXc4RE13NHF1UVBMdnp6MjNZVjJEeXcxanYvbnB4RTJEY3p5RjFIcXk1RlBEYjY5ekpuVDlXWXhzcGNNWnlpSjlvTDNORXdjQkZrSEV4ckxrUWlvSy9lREdzZ3ZPd20yRHdOZWlDclpQVVZmK0NJYWVHTHZPbXdzanpyUlBFMTc4Rk9TL2I2NklUNGRwbklYVk0wUFpSTUdvQlpKMWpuUVFlV05YNTlnRXl6NFFwMTFnbnhVWW4zNWNESnNQVlQ0RW56bDRXUHhpbWZjRTZXWDl5RVZRVWh1NHpaQ1lzZXNSNmpzR1NzeUI5QXRDQmsrT1VVVERwYXBqNnVkQmp0K2JpMzhINHk1dkhNV1FtclBnMS9PK2g5dHVRdnFlNzgycjJ0MkhXMTBQYjk3anQ5ODZnVStEZDc0ZXVEL2U5MlpMZXlpdHZLa3o4REV5NzNpcDZ0V2ZxNStHOG54RHlQemgxTkp4MUZ3dzlIVjc4RXBpQjl0dVJ2cVV6Ny90dy9zWXFyOXFtdk9wVFZNd1ZFUW5EbE5SVWZyMWhBMHZYcnFYYWJ4Vml2RTRuTDExOE1SZGtabkxyeEluY3QzRWpBRTdENEovejUrTXlET2E5OUJJZjFSY2paNmFuODlFVlYzRGY3Tms4djN0M1k0L2JjTm9HZUdET0hKWk1tb1RMNGVEandrSm1wS2QzK0htRUcxdFR2enJ6ekxCZXQrdkdqR0Z4ZGpZdjc5M0xGVysraWM4MGNXQVZlSzhZT1pKdlRwbkNUeisyZTZtY3lIT1RDR0s0clVLcnI4enFLVnUxSDJKSHc0RExBTU1xVGs3NExheTlwSDU3RDB4LzJpN2tGcndNeFN0Z3hOZXNBcTEzR0l6L0ZYenloYzYxRDNEdUhxczM3NG1JSFF1VGZtOGRnd0RzL1QzNHltSGtuVmF4T1AxQ3lMd1JEanhpNzlOUXpQVlh3SUZIbTdkWmM2ajk0MDc4blYzSUxkOWt0VE53RWFTY0JRNFBUUGtiY20wVWp3QUFJQUJKUkVGVXZEL083aFY4eWhNdytMTW44a3lsUDRoT3RIclRIRmhsOVQ2S1RvU3hsNEE3MWlxa3pyOFhkcjRKL2xwciszT1cyZ1dub3ptdytUa1lkUUVNUFEyY0hsandTL2o3dVhZUG5YRGJ2K1IzTU83eTVuR0d3K0dHUy85Z254anZmaHNPcm9WcE4xZzlIaE9Hd056dndodTMyL3NrRElIUC9BTTg5WDlmRHE2RlBjdXMySk9HUThXUjVzZHBhc3BuNGZ5ZmR6ek9TZGZZUllhcUV2ajRFVWdlRGhPdnNwYk52c1BxT1ZheXArTnRTdC9RRTNrRlZvL2RnK3VzNlpIeklXR29OVDN0QzdEbFdjai8xSm9QOTczWmt0N0txOVRSY1AzcjF2RTdJamtienYwUllGaUZwUTJQUW0wRnpMd0ZYRkdRZGJhVlk1di9IZGJUbHo0ZzNQZDl1SDlqbFZldFUxNzFPU3JtaW9pRTRjRlBQNld3dWpwa1daWGZ6MC9XcmVPQ3pFeG1EeHJVV0hDOUlET1RNVWxKL0RNbnA3RllDckN1c0pDbmR1N2srckZqV1RoaUJFL3UzQmwyMndBVGtwTjUvOUFoN2wyN2xnRXhNVHk3WUVHSG4wZTRzUVZibEpYRndoRWplUERUVC9uR2xDa2RPdDdYcGt6QkJHNWZ1UktmYVFJUUFQN2ZxbFZjTVhJa040d2JGMUxNUFpIbkpwSEVoTnkvd0xhN3dGZHFMeDc3VXhqMVhXczZiVDVXVWRTMGV0TEdqTFNXbDY2RmRZdXM1VVh2d1p5MTF2TEIxOERtcjRIdldQanRBN2dTckovKzQxQzVEK0luaGYrMHN1OEFvLzRqMXA3N1lkdWQxclR2R0l6L3RUVTk3SmFXaTdsVkIyREwxOEkvWnZRUUdQTDUrdGdyWVBYNTF2QVR1WCsyQ3RTZURHdDRpclR6b0xEK3NzS0c1NG9KcFd1czRTRGs1Sk8zRmw2NkJVcjMyY3R5WG9Zci8yVk5SeWRCeGlRNHZCN2lCc0NFUmRieXVrcDQ5anJyVXRDTlQ4RE5IMXFYZkNZT2crRnpZTy83NGJjUDlza3BKaHoreE9vSkZhNHhGMWtudEFENUcrR2xtNjNwM0ZWdzNTdlc5TGhMNGQwZlFHMjVOVC92Lyt4anIvd3RyUDU5K01jTjdsVjFlRDBNbXQ3MjlxZmRhaysvK1czclpCeXMzbExaNTRMaGhNbFh3L0pmaEIrTDlLN3V6cXZ5dy9EY0YyRC9oM2I3SDkwUE42K3czNGZENXRoRnAzRGZteTNwcmJ4eVJkc0ZwMk1Id0IwTk1XMTh5VC96Sm5EVS93LysrQkg0NEtmV2RFMFp6UHVlTlQzMXN5bzZSYUp3My9maC9vMVZYclcrdmZLcXo5SDFkQ0lpWVdoYWJHMXdyTmJxV1ZIanR5K2J2bkRZTUFCZTNyZXYyZlp2N044UHdGbURCM2VxYllERmI3ekIrUysvekllSEQzYzAvRTdIMWlEQjdlWVBjK2V5NHZCaEh0Kyt2VVBIU29tSzR0U01ERFlYRmJHbnJDeGszWjZ5TXJhWGxqSTZNWkdCTVRHTnkwL2t1VWtFcVN1Q1RiZUdGbHJCR3JPMWdTUEtMb3dPdU14ZWZ2QXhHZ3V3eDlaWjQ5R0MxUnMzWlU3bjJnZXJNSnh6Rjd5YkJVZmY3ZHp6R3JEUW5zNEw2bVY3S09nRGJ0S3AxdmkyRFJxS3VYVWxuVHRteHFVMFh2WlcrS1pWeUFXcnNGdndxcjFkMnJuMmRQa1dhL3plRHliQ0xoV0xUbHJ2ZkMrMDRBUldFVFdZMjJ2OXpHNzQ4Z1BZKzRGVmNBTHdWY0dlb0h6SkRMcDZJNXoyQVlwMldHUHYvZU44V1BQSHNKNUtvNUhuMmROYm5yZW5DelpaNC91QmRSSTdaS1kxSFRjQVJsOWdiOU9aRTJPd2VrTnRmZ2FlL1R3OGYyUGIyeVpuV3crQXFtTFlFelFFeXZaWDdPbk04SzZFa1Q2aXUvTnF6UjlEQzA0QTFhVlF1aitvZmZ0elZWanZ6ZGIwVmw3NXFtRFhmK0dOTzZ6ZXlVMHZOMjhyenMzUDJ0UGJnLzRYRHB3YSt2cElaQWpuZmQrWnY3SEtxNDdGcWJ6cUU5UXpWMFNrQzV3MXlMb3NlMHR4Y2VPeWlTa3BBR3dxYWo1b2ZVNnBWVndhblpqWWJGMUgyZ2Fhalo4YmpzN0c5cHZac3hrWUU4UEZyNzZLeDlHeDd3TW5wS1JndEhJc2dKeVNFc1ltSlRFcU1aSDh5a3JneEo2YjlBTUpVKzNwcXYzMnNBREJ5NDgxT1NrdTMyejFQQVZybUFOZUM3OTlnTFVMbTI4ZkRrK0dQVXhEb0JiS3Q5cnJxZzlZUXo2NEVnQURZc2RBV1gxdnhJWmlyaXZCR20vWE1LQnlMeFI5QUlHcTlvL2IzbXZUSUhhc1BaMXpWOHZMUmRLYmpJbmVjQ0lidkx5d3lRMlpqdTZ3cDFPeU85YytoUFpDYmErZFZ0dWZZRThYYmcxZGQzUzcxY3NSSUdVazdIMFBSc3l6ZW1pQmRjbnR0T3RoK28zV3BiWEhDMkRUdjJITncrMlBCYmp0UDlZRHJCdGV0UmxqOEd1NWpjWXZweUM4MTFJaVIzZm5sY3NMU2NPQzJnOHFKb2Z6M214TmIrVlYwUzc0ejYxdGI5UEFtMnJkaUFxc0lTeUtncTR3S3o5czlXejB4QU9HTmJab1N6ZVdrOGpTMnZ1K3EvN0dLcStVVjMyVWlya2lJaWRvVUV3TTM1MHhnOXBBSU9TbVlZTmpyWnN1RmRRWEtJTWRxVitXSEJYVnFiWlBWR2RpVzVTVnhjMFRKdkNiVHo3aDA2SWlablp3SE52QjlUMXVDNnBhTGtnZHFWL2UzbXNoSjRuWU1aQVZOQzdZd1gvWjA5RkQ3T21hSmpmRXF3M3FVZUJKN1Z6N1hTRTR4dHBDckFGRkNGM1dNTHhCUTV5R3l4NEhPSDRpVFA1ajZQWWJ2d1JIWHFWTlhmSGFpSUIxNmVYWi8yZlBIMXdIWlhuV2RQeEFlM25UWGp5VlFWL1llZHU0b1Y5YjdYZVYrQUgyZExNNGc3NFk5U1paUHpPQ1RxYkhYZ0laUVRjUlRNeUVPWGRhei8yZG9MaFBPTVlPdnBhZU9PdlNWdDBsUExKMWQxNEJ6THZIdnZTNnR0d2FlN01yUlZwZVZSVVRVc0JyaUxQaE5XcnY5WlRJME5yN3Zxdit4aXF2bEZkOWxJWlpFQkU1QWVPVGsxbStlREdEWTJQNSt2TGxIS3lvYUZ3WDQ3SytMNnR1TWp4QzhMSW9wN05UYlorb2NHTWJIQlBEMzg0NWh5M0Z4ZnpmNnRYaEhjdnRidlZZclIxUFRsS0pNMkhXTXJ1WDZ2R3RvWmYvTzJQdDZVQk42TDZCV252YTBjb1hBKzIxM3hYYWloRmFqdFBkeGdkZlR6ck1lQjdpMnhtZitrUmZtMDR6SUdsVzg0YzNxNHVQSXozQ213SlhQR1pkS2duVytKM3ZmTTllSDN6NXBMODJkRjkvVUE5M3A2ZHo3WGVWTnVNTW1uZlc1ME5NMEpjY0dSTmh4MnZ3NXAzVzViTU5wbDRIcWFPNk1NYWdvU1g4VFhMVzMrVG1vNjI5bmhJWnVqdXZES2QxWTZKcDE5dkwzdnN4VkI4N3NiaWJpcmk4cW0yK3ZpT3ZwMFNHOXQ3M0ovbzNWbmtWRktQeXFpOVN6MXdSa1U2NllleFlIcG83RjZmRHdZM3Z2c3MvbTR3aDZ3dFlQZkpjRGdlMWdkRGVlWjc2d21WbEs4TUp0TmYyaVFvbk5vL0R3Zk1YWFVTTXk4Vm4zM3FMbWtBN2wrMjBkaXpEYUhGOXczQU5sWFYxTGE2WGswVG1sMkRTUStDSXR1YkxQNFgvWFdqZGlLeUJXV2RmV3RiMDdydU9vQStQd2Z1RTAzNVhDQjZ5b2FVN0JMY1VaMTBwdkR2YzZrRnIxbGtGM0l4TFllSUQ0SXl4OXNuNkpuejY1YzRkdDczWDVrUTRvbUQycXViTGMvOE1tNzdTdGNlUzdqVndHbHoyTU1UWGo1ZGVmUXhlK3JKMW1XY0RmeHZ2TTJmUWZGMExYejUycFAydTR2ZUJxK0Z2UlpQVG5lQVR6WVk0ZzVmbHJZRlhsbGpUVzU2RCtFRXcvQ3hyUHVzYzY5TFVyb3F4UVZ1dkpTYlVkV0NvRmVtYnVqdXZZdEpoNFI5Z2FQME5MRTAvdkhkdmFHR25xMFJjWHJWUTZnaDVQWnRmblNZUm9pUHYreFA1RzZ1OGFoNWpBK1ZWbjZHZXVTSWlZWElaQm44OSsyd2VuVCtmUFdWbG5QYnNzeTBXVzB0cXJHK0JVMW9ZUGlBdDJpb29OUjNtb0tOdG42aHdZbnQ0M2p4bURSakFrdVhMMmRSazNONndqbFhmYnF2SGEyVVlCdW52REpod0gweDV4QzYwSHZnSHJKZ0ZOVTF1Z0JkOGN6QlBXdWc2VDRZOVhSMjhYeGp0ZDRYZ0dOMHRER25RVXB4bUhWVG5XbVBqbWo0cnJnTi9oVjAvdDdlTm45eng0M2I0dFJHcE4rWml1UFladStCMGVBTThmckYxS1hpd21xQWVTVTB2cFl3SmV0OGRQOUs1OXJ0S1NKd3BUZUlNeXN1R09HdUN2dVRJWFJtNi9hR1A3ZW00QVhTWk5sL0xvQmdyanRMc2tsYUpETjJkVjZtajRBdXYyZ1duaWlQV2paZzIvTE5yNG04cTB2TUtXbzVUSWt0SDMvZWQvUnVydkdwT2VkVW5xV2V1aUVnWUhNQXpDeGF3T0R1Ymh6ZHY1bzRWSzFydHFicWp0SlNaR1JtTVQwNG1yOGtRQ2VPU3JYK0V3VGMxQzZmdEU5WFIyQVo0dlh4NXZIVURnYitmZXk1L1AvZmNabTE5ZWZ4NHZqeCtQQnVQSG1YYU04Mi9zZDVSZjBPMThja3RYMG8rTGprWnYybVNVMUxTNG5ycDUwYi93QjdETmxBRG45NENCeDlyZWR2ak9mYk54ZUluUStrYWUxMUNVTEd6N05QT3RkOFZLdmRZd3hvNFBGYXYycGlSVUxuYld1Y2RibytONjYrRWluWjZURlFmc0tmTmRzYkxQQjQwcG5iVHdtOXJyMDFYQ0ZURGF5MzN1cGNJa1hrbVhQcDd1OWY3aGtmaC9aKzBQSDVnOFc1N09tMWM2THIwb0p2b0ZRYTlIOE5wdjZzVTc3SnYxcEkyRHZJM3RoMW55UjU3bVNjdXRLM2dYbEMxWGRqanFNM1hNbWkrY0Z2WEhWTjZUbmZuVlV3NlhQV2svVDdQV3cydmZBMHFqM1pOL0MySmhMd3F6YlV1QTNkNnJCdFhKUTZEWTduV3VvUWhkaHkrcXRBYldVbGtDT2Q5MzVtL3NjcXJsaW12K2lUMXpCVVJDY00zcGt4aGNYWTJQMW0zamlYTGw3ZFpiSDMvMENFQUxoa3hvdG02aTRaWmR5WjlJemUzVTIyZnFJN0dWdW56OGRDbVRTMCtudGxsRmFLMmxwVHcwS1pOUEwycjVjTFVybVBIT0ZoUndha1pHYVEzNlowN1BDNk9DU2twZkhqb0VCV3RERGtoL1Zqc1dCamRjSU1HRTlZdGJydlFlblNaUFQza09uczY2UXp3MXIrWGE0L1lSZDV3MisrTW1KR1F2c0R1OVd2Nm9QakRsdU1jL0RsN3V2QU5vSDRjYVUrR3ZYOGpBd1pmWTgrV2JRaGE1WWEwOHlFMjZHUWsrTFhKdUJSYzlUZktjTWJEZ0lYMnVpT3ZkUFNaeWNuQTRZSUZ2N0FMVG12K0NNdVd0bDVvemYzSW5oNDUzNzU3dHpzV3NzK3oxKzErcDNQdGQwYmlNQmd4MXg1UHNHbWNFeGJaMDRPbVEwS21OVjE1RlBJL3NhYjNyN0MzR1hPUjNaYmhoSkVYMk9zYXRnZHIvTk1oTXpzZjkrR045bVd6OFlQc1htQUE0eTYzcHh0ZVM0a2MzWjFYQVBPK0cxcHdldTc2cmkwNFJTZkJpSG1oUFlNaklhOU1QeHhjR3hUblluczZPSy8ydkE5bTkzM09sbTRTenZ1K00zOWorMnRldGZSL01oektxejVKUFhORlJNTHc5U2xUcVBINytmRzY5aThOZlhiWExuNTF4aG5jUEdFQ2Y5dTZsYzMxdlhCbnBxZHozZGl4ZkhMMEtNdnJpNnJodGgwT0E3aGgzRGoybHBYeFFmM3hPaHFiQ1h6dHd3OWJiSGRtZWpwWGp4ckZxdno4a0cwU1BSNnVIenVXMS9mdlozZFpHU2J3dDYxYitlR3BwL0xyTTgva2k4dVdZV0o5bS9pYjJiTXhnTjk5MnNXOUJTVXlaTjRJUnYxSEVYOGxETHJDZWpTMTVWdldXSzk1LzRUUjM3TUtuNmxud3lsUFE5bDZHUEVOZTlzOTk5RllKQTIzL1hDbHpvZlQvMnQ5Z0M1ZEN5dFBzNWJ2L3hPa3piZW1SMy9QNnFGcitpRDdUbnZmM2IreHA5TXZnQW4zUThGTFVMRVRESTlWZ0UycWI4LzB3YjZIN2UxUGY4dDYvZ1JnN1NLclFGdnlFWlJ2c25ybHVwT3NiUTQ5QllPdXNvZDdLSHdUeWplSC96eWwveHAycG5XUzF5QXhFeTc0WmZQdE5qNE9CWnZoNE1kd05NZnFQUlNWQUZjK0Rqa3Z3NWhMN0Vzdjk3NFBSVHM2MTM1bjRyL3ljU3NIOHpmQ0UvVW5sVnVlaDlPL0RxNG95RHpENmlGWnNCbW1mOUhlZDkzZjdKUE8vSTF3YUQwTW5nNEpRK0dhcDJIbmZ5RnJubjBUbVpJOXNQY0RhL3FNYjhLWjlUMysxLzRGbHY4cy9OajlOVmFjRFRmWHVmUVA4UEVqVm8reEVYT3RaWlZIclcwa3NuUjNYcmxqcmJ2WU4zTEEvQjgzYnovM0k4ajVUL2p4ZTFQZ2kyK0ROeFZxeXVEUjgrRjRRV1RrRmNER2Y4R3cyZGIwcks5Wk4yOEsrR0RtTFVGeC9xVnpiVXZ2Q2ZkOUgrN2YyUDZhVjYzOW53eVg4cXJQVVRHM0NhZkxZTnowWkxJbkpwSTJLQnBQdEpPYUtqOEZ1WlZzK0xDUS9Oem0zZFZkSGdjejVxV1RQVEdSK0NRM2RiVUJEdStyWU4xN1J6aDZ1UHFFMjIrUVBzVEx2TXNHa3o3RVM4R0JLbDc0OCs1V3QyMUpRcktibWVjT1lPaklPTHl4VGlxUCs5aWZVODdhWlFWVVZZVGVaVDVqcUplSnA2VXdjRmdzY1FrdWZENlRzdUphZG54U3l0WjF4Zmg5M1R0MlYweWNpNG1ucFRCOGJEeEphVkU0WFFhVjVUNXlkeDNuNC9lT2NQeFk4eHNsUmNydllYQldMS2VjbGNhQXpCaGNiZ2RseGJWcy82U1VqU3NLYWE4ajVvUlRVNWgzdVRYdTF2N3Q1YnorK1A2d2ppMG5KdDd0SmpzaGdZcTZPcDVac0tEVjdaWXNYODdCaWdwS2EydjV4b2NmOHRoNTU3SDZpaXQ0ZWQ4K0hJYkJaU05HVU92M054WTFPOU4yT0M0Y05veC9uSHN1Tlg0L0tZODhRcVhQRjFaczRmcnVqQm44djFOTzRlcFJvempyeFJjQitQV0dEU3pPenVhR2NlT1luSnJLK3NKQ1Roc3dnQ21wcWZ4cnh3NWUycnUzazBlVGlCWTN3WjUyeGtKbUt6ZjQybmEzVld5dFBnQmJib2ZKZjdTV0Q3NG10UGZxMFhmcWk3bWRiRDljS1dmYVBhK1NUZ1ZIREFRcUlmODVPUFEwREw3VzZrVTc4ditGN3JmelIxQzZPblNaSncweWIycCtETE1PUHIwWmptK3BYK0NBbE5sQjAzUHFlOXNHWU9PWDRJejN3QmxueFpOMHF0MU9kWjQxeElSSXNOVFJvZk5qTDIxNXUzM3YxeGRiVFhqek85YkpvenZXNmtVM2NLcTlYZmxoZVB1ZUUyZy9USU5uMkRrNGNDcTRvc0ZYYmNYeC9yMXczay9yajd2UWVqVFl2d0krL2x0b1cyL2VDWjk5empyaEhuU0s5V2hRVldMZFpNYXMvN3djM01Ncjg3VHc0MjZ3NGpmVzVmaXBveUEySGViZWJhOEwxTUhydDdkODB5dnAyN283cjVKSGhGNU9QZlEwNjlHVXY2WnpSYWVVa1ZiQkNhemljdnA0cStnVUtYbTE0dzJyR0Q3dU11dkdWNmMydVJubnFnZXM4WXNsc25UbWZSL08zOWorbWxldC9aOE1sL0txejFFeHQ0bUZYOHhpMFBDWWtHWGVXQ2NqeHNjemZGdzg3eng3Z0YyZjJnTkFSM21kTExvNW01UU11OHU2MCtVa2EwSUN3OGZHODhxait6aTB0NkxUN1FNTXlZNWwvTXdVUmsxT3BKV2J3YmNyZllpWHk3K1VoVHZLSGxrakx0SE54Tk90Z3VuemY5cE41WEg3MHAvcDg5TEpHcC9RT08veVFIU01sNHloWHNaT1QrYkZ2K3p1dG9LdUo4ckI1KzhZZzhzVE9ncElYSktiQ1RPVEdUa3hnUmYrdklmU296V042eUxsOXpEeHRCVG1MaHhzZFpXc2w1d1J4YXdMQmpBNEs1YlhIOXVIMmNyTDZuUVp6RHdubytXVjBpTVNQTlkvK0ZpM204dXpzbHJkN3U1VjlwM2RIOSt4ZzlMYVdyNDNZd2FMc3JLbzh2dDVJemVYNzYxZVRVNzlXTEtkYmJ1anRwV1VjS2lpZ3UybHBWUUZEV1hRMGRqQ3RTby9uL0s2T3Q0L2VMQnhXWVhQeDd3WFgrU25zMmJ4bWV4c0pxYWtzTHVzak50WHJPQkI5Y285ZVRsanc5OG45MDlRdFJleXZ3TkpNOEVSQlJXN3JlRVQ5dHh2RlQ5UHBQMXdIUGdIREZnRWNXT3NZd2VDdmdqYzhIa29XUW1aWDdLR2V6RDlVUFlKN0gwQThsOEliYWRrTlJ6NEc2VE1oYWlCNFBSYU55b3JldDhxVHBjSGpaOUdBSEsrQjZPL0QxWDdJVGZvQS82eGRmRGhUQmp6UTBnOUY5ekpVSk1QQmE5WUJlVGF3bTU5T1NRQ3ViM2g3MU93Q1I1ZkNHZCswK3J4RTVVSUZZV3c1MTM0NkFHb0NycFJabWZhRDhmbVoySFVBa2pKZ25XUGhKNmdibndDamgyQVUyK0ZBWk90eTB1UDdiZDZRWDM4U1BOTDNrdjJ3R01YV3owRHMrWlpOM1NwTExaNlJLNzZIWlRiVjlMd3Y0Y2dKUnNjVGxqOVVPZmpyeW1ESnhmREdkK0EwUXNnYmlEVUhyZnVVTDdxZHhvdk4xSkZlbDRkV2c4N1hvUHMrVll2eE55Z3o1NlJrRmNBcjMzVHV0SGM1R3VzTmdOK09MSVYxdjhkZHI1NVltMUw3K2pNK3o2Y3Y3SDlOYS9hK2o4Wkx1VlZuOUxuN2xqeHgrOXUrcUZwc0xTM2puL05OMGFUbEJiRm9UM0hLU3FvSnNyclpPU2tSTnoxaGNXYUtqK1AvaUtIZ04rcXVNMi9jaWhqcGxuajBoVVZWTE45ZlNsWjR4TVlOTUlxRkpZVjEvTFVBenNhZTF5RzIvNTVWMmN5ZWtwaXN6akQ2UkhxY0JwODlwdWpTVWl4aWtYN3RwVnplSDhGazJlbEVwZmtCbURISjZXOCsxeGU0ejRYZm00WVVURk9EdStycEtiS3o0RE1HRVpPc291N3kxODV4SmIvaFg5WCs0Nklqbkh5eGUrT3A3WW13SUdkNVpTWDFwR1k2aUZyWEVMak8zYi9qbkplZjh6dWxSb0p2NGVrTkEvWGZHTU1EZ2VZSm14YVZVUmRiWUJwYzlKd3Vxd245dDZMQjhuNXVPV2JRRTJmbDg3cDU5dDNwZXl0bnJtcm8vTjVMR1ZIang5WFJPQ0hTYSt6TlBHMTNnNUQ1T1JTSEE5SFV0cmZUa1E2eGpRQkV3emR2a1dreXlpdlJMcGVRMDg3d3dETU5UZ0NGeGwzNUhWUElTeE02cG5ieE9GOUZiejV4SDZPRmRVMkx0dTU4UmdMdjJqZFdDWEs2eVI5c0plQ0E1WEVKcmdZTTlVcUlQcHFBN3p5OTMxVVZmallzcWFJNis0Y2l6ZldSVUtLaDZFajQ4amRlVHpzOXNIcXBRcUFDUVY1VlF6SURQOGJvK3lKQ1kyRjNDTjVWYnp4aEZVQVBMaTNnaXR2R3duQXFNbUpmUGpLSVdwcnJHcm44cGNQaGZUVUJiam91dUdNR0dmZGhUc3B0Wk9EWjNlQWFjTFd0Y1dzK204K3RkWDJ1QU9ubnorQTZmUFNBUmlhYmQrNU1WSitEMU5ucCtHb2IyYmp5cU9zZWpNZmdOcHFQMmRjT0JDQWlhZW10RmpNVFVqeHFGZXVpSWlJaUlpSWlNaEpUbC9iTkxIODVVTWhCVDZBZ3J6UThWUGRIcXNYNWZDeGRrL1IzSjNIcWFxd2lwKytPcFA5T2VXTjJ3OFphUmNldzJrZm9QaElEWitzT01wVEQrNWt3L0xPWFI2Wk5jN3VVYnY5RTd0UVdIaXdpckppS3hhSDAyRFFjUHR5MUthRlhJRHFTbnRaZVdsdHMvVmRwYWJLendmL09SUlN5QVVhQzZ0Z0RUblFVQmlObE4vRGlPRGZ3M3I3OTdCcmt6MmNROFlRYjdQaEpRRE9YalFFcDh0b2N5eGZFUkVSRVJFUkVSSHAzMVRNN1lDMGdkRWg4dzFGd09EbFJ3OVhoV3hUVkdDUFJaS1Uxbll2MXRiYUIxajkzM3hXdlpsUGFXRk4wOTA2TEhWUWNKeWhZNlFVRjlqdEpxVzNFS2NCM2xnWEUwNU5ZZlFVcS9kclRYV0FIWjkwZmp6Tnprb05lcDNLUytzYWgweUloTitETjlaSlRMelZFVDdnTnlrT2F1ZjRzYnJHSHRFWWtKVHFDZGwzNnV3MGhtVEg0cXN6K2VpTi9FNGRYMFJFUkVSRVJFUkVJcCtHV1dpSHkyMXc1a1dER3VmejkxZFNYbXJkWENVMndkMjR2TEk4dENkcmRZVy9jVG82eHRtcDlydEtXM0ZXQmZXMmJScm5wVGVNSUhPMDNadlZOQ0Z2MTNFK2ZPMHcxWlYrZWxKaXFvZXBzOU1hNTRPTHlaSHdld2lPc2FyQ0QwMXVjbFpkNGNNVDVhbVAwMDdMMUlIUnpMckFHaWQzMVg4UFUxYlNmVDJpUlVSRVJFUkVSRVNrYjFNeHR3M1JNVTR1L054d01vWmE0NlA2YWdOODhMSjlkL2JneStIOS90RHFYUEM4MDlueWZlYmFhNytydU4xMm5JRW1jUVo4OXJ5amxUZ2IrT29DMUZRSGlJcnVXSWZ1dUVRM3NRbk4zMktGQjZzYWU5VjJSUG9RTHhkOWZqaFJYcXNZVzNLa2h2VkJReDFFd3U4aEpFWmY4eWNmRW1mOXpkRGNVUTR1dURZVGg5TmcvL1p5TnE4dXhodW5sQlVSRVJFUkVSRVJPVm1wTXRTS2pLRmVGbngyR0hHSlZvL0ttaW8vci85cmY4aXdCSUZBVUNIVUVWb29EQzRjMXRVMkw5NTFwUDJ1RWdpWU9PdmpjelNwd3pwY2RweStKbkYrdXFxSXZUbGxlR05jRE02S1pVaDJMQ01uSlpBMUlZRTMvN1dmL1R2S2FjdWswMU00Wlc1NnMrV1AvaUtIcWhiRzVHM0p1T25Kekwxc2NHT0JzeWkvbWxjZjNSY1NheVQ4SG9LTDZDMFZ6WnZGYWNENVYyV1NsQmJGOFdOMXZQdGNYcGZHSXlJaUlpSWlJaUlpa1VmRjNCYU1uSlRBZVZkbE5oYmRDZzVVOGRhL2N6bmU1TEw3bXFxZ1MvaGpReS9oRCs1QjJmVFMvNDYyMzFWcXF2eU40N1ZHeDdvb0s3R1A0NDIxNDZ4b0VtZHVjTEgyUFRobGJqcXpMaGlBd3dGblhqeXczV0x1aVRyem9vRWhReXZrckM5aCtjdUg4UHRDZTk5R3d1OGhKTWFZNW1rWC9IdW9MSzlqeHJ4MGhvK0xCeURuNDVMR1hzTU52Wk1iOXNrY0hVZHR0WitDQTZGakJZdUlpSWlJaUlpSVNQK2pZbTRUUTdKak9mL3FZUmoxUFZnM3JTcmlvemNPdHpnc1FQRE5zRklIaE40OEsyV0FmYk90b256N0psemh0TjlWU2dwckdvdTVLUU9pT1pKbkYvNkM0dzZPc3lXN054OXJITDgxS1RVS2g5Tm9ObXhEc05WdkZiRDZyWUpPeFR6em5JekdRcTdmWi9MK1N3ZGJ2ZWxhSlB3ZXlrcHFDZmhOSEU0RGw5c2dJY1ZEV2JFMS9tMWNraHQzbEJXSXI4N2tXRkV0NlVPOGpmdk9QRGVqeFRZemhucTU5SVlSRkJ5bzRvVS83KzZld0VWRVJFUkVSRVJFcE0vbzJPQ25Kd21IQTg1ZU5LU3h3TGRoZVNFclhtdTl3SmUzNTNqajlQQnhDWGpxeDVKMWV4eU1HSmZRdUc1ZlRsbW4ydStNaEJRUG1hUGlHb2NsQURnWUZPZllhVW1OMHdNeVk0aFB0b1lYcUtyd2NTU3ZFb0NZZUJmZTJPWTNDeHM2MHI0WldtMXRvTTFDN29sSVN2TXc0NXo2QXFZSmJ6Nnh2OVZDTGtURzc4RU13S0Y5bFkzcngweTFmdzlqcHRqVHVUdktNYnZuWlJVUkVSRVJFUkVSa1Fpbm5ybEJobVRIa1pEaWFaeVBUL1p3OXVJaHpiYmI4cjhpQ2c5Vms1OWJTVkZCTmFrRG9vbUtkckR3eGl4MmZsckt5RW1KUk1kWXhkRGNuY2NwUGxMVHFmYkRqeitXaFRkbVlUamdTRjRWei8vSjZxMjVmVU1wTTg3T3dPa3lHSndWeS9uWFpGSjRxSW9wWjloREdHeGNjYlN4aUppVUZzVWwxNDlnMzdZeUNnOVZFUWlZcEEveE1tcXlYWFRjdWJIMTR1cUpHanM5dVhGc1gxOWRnT3hKaVdSUFNteTIzWXJYRHVPckRVVE03MkhMbWlLR2pvd0ZZTWJaNmJnOERzeUF5YlE1OXUvaGt4WFdqZDNlZkNLM3hiYTljUzV1dkhzY0FQdTNsL1A2NC92RGprOTZ6cHhCZzdoNytuVE9HRGlRT0xlYkErWGx2TEJuRHo5ZXQ0N3l1dWJEZVV4SlRlWGUwMDdqck1HRGlYWTYyVlJVeEMvV3IrZWx2WHRQdU8wR0krTGplWFQrZkZibjUzUDM2dFVkZmk3aHhKWjcvZlZreHNXMTBBckUvL1d2SEc4anZtQU80SmFKRTdsdjlteFNIbm1FYXIrLzNYMUd4TWV6L2ZPZngrTndrUG5QZjVKWFVkR2hZMGtmNVlpR29UZkNvQ3NoWVNxNGs2Q3VCRXBXd2U1ZlFjbks1dnM0NDJEVVBkWSszdUhnUHc1Rkg4TE9lNkZzdzRtMzN5RHhWSmo4UjBpY0FhWC9nNVd6d250dU1ka3crZ2VRZGo1NDBxQzJBQXBlaFIxTG9mWkl5L3Q0QmtEMnQySEFwZFp6QTZnK0NEdC9EQWNmNy9peG93YkRoUHRnOERYVy9CdGVDTFQwLzg2QXpKdGcyRTBRUHdGTUU4by9oVDBQUVA1ellUMWRpV0RaNThMRUsySFFOSWhOQjE4TkZPYkFwMC9DMWhkYTNtZnl0VERsV2tnZGJiMXZDbk5nL1NPdzQ0MnVhUjhnTmdQTytUNk1YV2pOUHpBVy9HSGM4eUF4RTg3NEpndy9DN3pKVUhrVWRyOExIejBBVlVYMmRqZStCYWxqMm0vdmc1L0N1cjkyN05qT0tEajlxM0RhVjZ6cDUyK0FmUiswdkczbUdYRHFMVERvRkhCNTRWaXU5YnFzK3lzRU9uWVBDdW1EK210ZXVXT3M5L2FZaXlGaENOUld3c0Uxc09wQk9MTEYzbTcrdlREdCt2YmIyN01NWHZ4U3g0NnR2Skx1enF2MENURDFjNUE1Q3hLR0FnWWMydy9iWDRPMWZ3WmZLN1dEY042Ykxlbk52QUlZZHptYy9YL1dhN3Jtai9EaEwxdmVycVAvVjZWTHFKZ2JKRGtqS21SKzFPVG1CVVN3ZWs4V0hxb0dFOTU3NFNDWGZ6a0x0OGRCeGxCdjQ5aW1BTWVQMWZIQlN3YzczMzZZQmc2TGFleHRtakhVaTh0dDRLc3pPWDZzanBXdkgyYnVaWU1ianh0ODdMemR4OW00OG1oSVd5NjN3YWdwaVl5YTBqekdnZ09Wckg0clArejRPaW9sM1I0cXdlVnhNSDVHY292YnJmNXZQcjVhSXViM3NHZExHYnMrUGNhb0tZazRuQWFubkpVV3N0KzZaVWMwOW0wL2N0WElrVHg5d1FXVTF0YXlMQzhQdjJreVo5QWd2blBLS1N3WU5vd3puMytlQ3AvOVlYR0VOWURTQUFBZ0FFbEVRVlRXZ0FHOHQyZ1JCdkRxdm4zVUJRSmNscFhGaXhkZHhCZVhMZVBSbkp4T3R3MHdPQ2FHTzZaTlk4bmt5VVE3bmF6TzczZ09oeE1iUUZwME5BV1ZsYXc0ZkxoWlc3NE9kSUUzZ0lValJ2RERVMDlsZW5yem15aTI1U2VubjQ2bjZaMGVKWEtkL2pha3pBbGQ1a21IQVpkWkJjME4xOEdocCt4MTdoUTRZem5FVDdTWE9hSmc0Q0xJdUJqV1hBaEY3M1crZlF4SVBjY3FiZzYraGs1ZjRKUTRFMll0QTFlOHZTdzZFNGJmQmhtWFdJWGhtaWI1a3p3SFRuMFozRTMrSjhhT3RnclJIU25teG8ySHpDL0JzRnREajkwaUE2YjlDNFo4cmtrY3MySEdiTmorUGRqMXMvYVBLWkZ0OXJkaDF0ZERsM25jTUdTbTlSaDBDcno3L2REMUYvOE94bDhldXF4aCt4Vy9odjg5ZEdMdHA0eUNTVmRiSjlTZWxyODRiTmVBeVhEMVU2SDd4dytHYVYrd2lnRlBMb0tLd3M2MTNSWnZLa3o4akhXeW5aalovdlpUUHcvbi9RVHJQMk85MU5GdzFsMHc5SFRyWk56c3hySGFwSHYwMTd5S1RvUnJudzM5OHNNYkJhTVdRTlk1VmdIcndLb3dHKzNBSll2S0s0SHV6NnZoYytES3h3bDUzNEQxZmo5ekRJdzhENTYrS3JTZ0crNTdzeVc5bFZmT0tCaDlvZlYvY2NqTTlyZnZyZitySnpFVmM0TzRQZUdmbEJVZXJPSzVoM2N4ODl3QkRNMk9KY3JycExMY3g3NmNjdFl1SzZDNjB1NUoxcG4ydzVHenZvU3NDWWtrcFhuWXVQSW92am83U2Jlc0thYXN1SlpwWjZXVE1jU0wwMlZ3ckxpVzdSdEsrSFRsMFpBaEJvb09WN0Z1MlJGR2pFOGdOc0ZObE5kSlhZMmZvdnhxZG00c1pkdjZrbTc5LyticXg3K0h0NTg5d09IY0NzYlBTQ0VwTFFvellITDBjRFViUHpySzNxMWwzUnFYOUt3cHFhbjhlc01HbHE1ZDI5aWoxT3QwOHRMRkYzTkJaaWEzVHB6SWZSczNBdUEwRFA0NWZ6NHV3MkRlU3kveFVYMmhkV1o2T2g5ZGNRWDN6WjdOODd0M04vYTREYWR0Z0FmbXpHSEpwRW00SEE0K0xpeGtSaGdGMG5Cajh6cWRlRjB1WHRtM2oydmVlaXZzMTIxY1VoSnZYM1laUStQaXlEMStuTUtxS3RLOTN2WjNCR2FrcC9PNU1XUHdteVpPdzJoL0IrbjczTWxnK3F3Q2JOa21hMzd3VlZidld4d3c2UStRL3dJRTZuc05UZnlkWGNndDN3UUhIclVLdVNsbmdjTURVLzRHNzQ4RHM2NXo3Wi95QkF6KzdJazlKK1AvczNmZjhXMVY5Ly9IWDBmeXRtTW5qcDFoSjg3ZWU1SkFDQkFDaERMemhRQXB1NzlDS2F0QUtiTWpwWlEyUUtHRmhEU1UxVEpLMlh1UFFCZ0pDU0U3Wk8rOUhHZDR5dmYzeDVFdHlWT3k1Y2l5MzgvSFErVHE2dXJvU09qNFhuM3U1MzVPSEF4OTBSZE0zZmtXN1BzS09sOFBpVG4yMXVkK1dIaXA3em1KbldEa3V4RGpMUjIwN3l2WTlhNTlIMG5kb1RDSWt6TTVWOE9BbWNIM3MrUFBmSUhjNHIydzdtRkk3bTR6bVFGNjNnUGJYNFhESzROdlU2SlBndmVFOTY1bHNIVytYZTUyc2pjakNmc2piZG5Mc0dPeHZkLy9RdDhQNC96OThQMlQwS29UOUp0azF4MTNpODEyMnIrdWJ1MFBuQXluL0tWKzc4a1ZDMmRPOC8zZ1hQc3hiSjBIZ3krM0dVK3AyVEQyTG5qL1p2djRpamNocFczVmJmVy9BR0lTYkNiZm1vOXJmdDNXUGVDeTkrenJCNk5WVnhqM1I4RFl3TklQejBEUllSaCtOY1RFUTVjVDdlZTY5SC9CdFNlTlIxTWNWd0FuVGZFRm5QYjhDRXRmZ2U2blFvZVI0STZEMDZiQ1UrUHNlTmxjdzlWaG5jZEN5ODUyZWRVSE5iK214cFdVYWVoeEZkOENNSEJ3RzJ5Y0RRVjV2aUF4MkdEbWtNdGczdVAyZnFqZnplcEVZbHdCWERYYlp1b0hJOVQ5cW9TRmdybCt2cCsxbSs5bmhYNjJJSGRQRVorOHRMbkIyaSt6ZmtVZU0zNjd0TnJIRCtlVjhNcGphNnA5ZlBPYVEyeGVjNmpheDhzVUZwUXk3N05kelB1c21zczhHOWpiVDFlK2JEc1lVZkgvd1lHbGMvYXhkTTYrT3IxMi9xR1NHbDliR285SEZpOW1kMEZnWm5lK3g4Tzk4K2R6YXNlT0hOZStmWG5BOWRTT0hlblpzaVgvL3ZISDhtQXB3UHpkdS9udjZ0VmMxcXNYWjNYdXpBdXJWNGZjTmtEZlZxMll0VzBiOTh5YlI5dWtKRjQrN2JTZzMwZW9mY3Z3Qmw1MzU5Y3R5endqTVpGNHQ1cy96cHZIZ3dzWE11ZTg4NElLNXJxTjRmRVRUMlRsL3Yxc09uU0lVenZXOGV5M05DNzd2NEw1RStISWF0KzZiZitGWTd3bkNtTFRJWFVvNUg0TENkbVFmYkZkN3prTWMwNnhwUXMyellSeDZ5Q3VqUzF0a0RFZWRyOGZldnZnQzZiaVFPNTMwUEtZME45VCsvTWdxWnRkenAwSDg4KzE3ZTM5SE1iTXMrdXpMb1NsMTBQSkFYdS83OTk4cjczcTk3YXNRcWhpZkRYa3laMERMV3NwQzlIdE50L3l3aXRnMXp0Mk9TN1RaZzhidHczNC9uaDc2SDJSNkhGd083eHlxZjNoV3VhYmgrR3FyM3cvMm5MRytINGNqL3lGYjdzUGZtMHY1UVNibmRSMW5QM2VETGdBdnZ4cjNkcjN6L2padmdEYUR3MzlQZlU4SFZwNnk1VHNXQVJ2WEdXWE4zMExsN3h0bDN1ZkNaLytIb29PQm1abStldCttdTl5MWlVdlF1NkdtbDgzSnNIM28vN0Fab2hOZ0tRYVRxNE8vem00dkQvVnZuL1NsbkVBS015REUrNjJ5NE1tSytnVWpacml1RXBwQzMzUHRjdkZSK0RsUyt3bDFvdWV0MEdocEF4SXk3SFpqZXRud2FyMzdLMnFkdnA3ZzJsN1Y4R3lXa3I2YUZ4Sm1ZWWVWeVdGOE5rVVdQZ3NPSDZsM3lhL0NsbkRmTzJYQlhORC9XNVdKVkxqQ255ZldmRmhPTEFGTW5wVnYyMm8rMVVKQzEyTEtpTFNBQ29HVzhzY0tDb0NvTkN2L3V1RW5Cd0EzdHBRK1lmZyt4dHRYZVRqczdMcTFEYkF4UGZmNTVTMzNtSjJGV1VQYWhOcTN6SVNiSm1VWFhVTTVzN2Z0WXYyenp6RGxIbnpncTZ0QzNEVG9FRU16Y3praHRtektRN25iSVlTV1V1dUNReTBncTFQNnkvRzFpS256Wm1VWC9xMit3TWJ5QVViMk4zNWptLzdqSEYxYXgvZzRESlk5emY0b2grcytXdEliNlZjMjdOOXkxdi9RL21sYmdmbXd4RnY5b2VKOVpWL1NNaUd0dDREK1FQZncrcDc2L2E2aGR0aDg5TXc5eFNZZTNyTjJ5YjNnbVJ2RmtqUkh0amw5OE5nbTk4UFhQL1BVcHFtNzJZRS9qQUdLTWlGWEwrYS9iRko5dDlXWGUwTklIOGZyUE1yYWJMeWJkOXl4MlByMWo3QTRWMnc5Q1Y0K1dKNDlZclEzdy9ZUzJITExIdlZ0N3h6aWEyYkNmWUhlRTJYbGJwaVlPd2Rkcm1rd05ZdHJFMUpQcXo1RU42L3hXWlIxWGE1cVg4L2w3N3NXMTdwOS9lczNhREF6MGVpUTFNY1YxMVBwbndmdlA0TEczQUMrNzFmOTJuVi9hekttTnRzRFZ1QXIvNUdyWmVEYTF4Sm1ZWWVWK3MrczVuY1RvVTVQTGI3emNmZy83MEo5YnRabFVpTks3Q2xHNzc4Qy94ckRHeXFZUTRKQ005K1ZVS216RndSa2FQbytQYnRBVmkyejVlZDNTODlIWUFsZXlzWGh2OHgxMDQyMkNPdDZ0ck90YlVOVktxZkc0cFErOWJhRzh3OXZWTW5PcWFrY0xDNG1LVjc5L0xhdW5Ya2VvUE5OUWxta3JPS2VxU2w4Y2NSSTNoNTdWbysyYktGbXdZTkNya05pU0twRmY3L0hsNVRlZjJCaFlIYkhQUzdvaUc1aHN5Q210cUh3Q3pVMnRvSnB2MnErcG5VMWEvOWR5SHpOSnNkQXJhc1FlZnJvUE1Oa05qWlRuNjIrVWx2WUxtV3NiUDFlWHNEaUdsWjg3YitmY3hiQlBpZElBbmxzNVNtS1NZUld1YjQ3cGRscEdiMjhhM2J2WUtBSDR0N1Z2bVcwN3ZXclgyd0pROVd2R21YNDFPcGs4eStmdjFjSHZqWW5wVTJ5d2tndlJ1cy81d3FEYjRNV25XeHk0dWV0OEd3MnV4ZEEyLytvdmJ0d0dhR2xWM2U2aW1Ddlg0bm5RNXV0NWxOY2Q1TGZsdDFDWndBUjZKVDFJOHIvMzVXK0Q0RzI4ODIvV3g5VWJEZjZUVWYxdjY2R2xkU2s0WWVWeEM0VC9FZlY2RjhONnR0TzBMakN1RDEveGZjZGhDZS9hcUVUTUZjRVpHanBIMVNFbmNORzBaUmFXbkFwR0ZaeVRiemIrZVJJNVdlczh1N3JsVjhmS1hIZ21tN3ZrTHRXMWxtN3FpMmJSblYxbGRqOEtFeFk3anNrMCtxelBDdGoxaVhpeGRPT1lYaTBsSnUrZXFyc0xZdGpaQXJDZnI4elhkLy85ZVE3LzFPSldUNzFsZXNJVnZrbHcwUjE3cHU3WWRMcVAxTUhleGJselVKVW9mNDdpZDFnVjczUWtJSFdQckxvOS9IbUJZMmk5Z0pQb3RlbW9BVDd2UUdQTERCajdYZVdyRXQydm0ycVppQmRNVHZoR0JjaXMxc3JXN0crT3JhRDVjV2Z2VnZLL1hUNzJSb1lqVW5QY3BtSlFjYkVKb1hRaTNxWVBsL2x2bjdxSlJGZFdTZjd6TktySHFpWUlreVVUK3VndXhuVGQvWFkyK21QQXR4enFOaDYxbzVqYXZtcDZISFZjK2ZRSTVmVnV6eTErdmZaMy9STUs2Zy92dFZxUk1GYzBWRWdPemtaQkpqQXY4a0ZuazhiRHBVZTUzcFlQUnAxWXEzZnZJVHNwS1QrY1dzV1d3OWZMajhzU1R2NjFhVmxWcTJMdDd0cmxQYjlSVnEzOTdlc0lHMGYvMkxJeVVsSk1iRTBDTXRqZXNIRHVUSzNyMTVlY0lFQnIzNFlubEdiempjTTNJa3c5dTA0WkpQUG1GTEdOKzNORUp4bVREc1ZXZzV3dDczSElZbGZnRk10MTg1aExJSnk4cnYrMldGdTZvNU1WSmIrK0VTYWovai9DYWZTQjBDMjErMlpRL1N4MExISyszNlR0ZkFoa2ZoVUlWc2lJYnVZMWsvUFFybU5ocnRoMVJlZDNnUDVOVStwMEN0akJ0TytyMnZUaXpBNTMrQ0FtOXQ1MWkvK3VhZUN0K2JpdDhSZDF6bEg4ZTF0Ujh1L3BmQmVpcDhuLzN2dTZ2NVc5SHZQRnVuRU95bDJjRms1WVlxNExPczRxb1cvOC9USFJmKzE1ZEFyWHNFMXBVRlcxNWo5NHI2dDkwc3hsVVEzOWYwYm5heUtyQi9yMVlIbVQwWUNvMnJ4aVdheHhYWWZjRXA5L251TDMrdDluSUVvWXFHY1FYMTM2OUtuU2lZS3lJQy9PL1VVem5PVzZhZ3pNcmNYSHEvOEVLOTI3NjhWeSttangyTDIrWGlpazgvNWQ4ckEyZC9ML0hXZUkxeHVTaXFVTzgxemhzb1BWSk5xWVRhMnE2dlVQdm1YOUxoWUhFeEMvYnM0V2VmZlVheHg4UFYvZnB4VGYvKzNCU21ETnB6dW5UaDlxRkRlVzdWS3A1ZnRhcjJKMGowYW5rTURIc1pFcndUMnhYdmgzbG53OEVsdm0zOHMwTXJ6aHpzOGp2STlWUnhnaWFZOXNQRktmYVZUUWltbi83QjUzMnpZY0VGZG5uTE01RFlBVEpPc2ZmYm5CNitZRzZ3bnlVT2VDcG43VXVFdU9QaHAxVmtCUzE2SGo2NXUzNXRKMlhDV2RPZ2czZlNQOGNEbjk5ajYyeVc4Zmp0cHlwK2I5eis5eDBvcmxCWFBaajJ3OFZUQWpGbFk3RENUeUgvSDhURlZaMGdOSFlDcFRLTG5ndDc5NEFLbjJVVlA5ZjhQODlpamNFR2Q5cjlsVStVN0ZzTFQ1OWN2M2FiMUxpcVliOFI4SDJ0NXNUNzhLc3B6eDVjL0NKQjFmUU1sY1pWNHhLdDQ4b1ZDeWYrRm9aYzdsdTM0azM0OERiQ0xockdGZFJ6dnlwMXBXQ3VpQWp3MjdsenlVaE1ERmlYRjBTTjE1ckVHTU9NRTA3ZzUzMzdzbVR2WGk3KytHT1dWS2huQzdDLzBKNFJUbytQcnhTMExTdGJVTEhNUWJCdDExZGQrbGFWZjY5Y3lkWDkrakhBVzRPM3Z2cTJhc1d6NDhmejQvNzlYRE5yVmxqYWxFYXEvU1FZL0p3dmlKZzdGeFpjQ1BrYkE3Y3IzdTlianNzSWZNdy91N1dnd2tTQXdiWWZMc1g3SWI2OXI1OWxrNTVWMTgrU1BOKzZQWDZUWFFEcy84WVh6UFV2alJDT1BwYjNxWWJQc25BbkFmVjBwV2xxM1IzT2Y5N09oZzAyRS9YZEcySHpuTUR0Q3YweS9TcGU4cG5rVjk3azhCNENmbEFHMjM2NEZCNkFHTy8zT0RIZHpqSmVWVDhQVlpGeDIrazQzNlE1KzlmRHRnVU4xOGN5VlYwK1cxcy9wZkZyaXVPcTJuNzY3VWVxK3I3R0prTWY3MFNmT0xEc2xiQjNEOUM0YWc0YWVsekZwY0RFSjMyQllrOFJmSEdmblJpdElVVER1SUw2N1ZlbHpoVE1GUkVCWm0zYkZ0YjJYTUJMcDUzR3hLNWRlV3pwVW03NTZpc0tTNnNPZXF6S3pXVjRtemIwYWRXcVVxbUEzcTNzanR0L1VyTlEycTZ2VVB0V25ZUGV3SGk0emdmZk1IQWdMV0pqNmRPcUZZZXV2cnJLYlRaZmJzK1lUM3ovZmQ1WXZ6NU1yeXhIVmV0eE1PUy92a3pXRFkvQzhsOVhYYVAxa0YrdDZCWURBaDlMOWJ1ZnQ3aHU3WWZMb1I5OXdkd1dBeUQzdTVyN2VkZ3YyejZtd3NRMC9sbTdKZUVwQ1ZQZXh6TEJmcFlTZVo1QytGdm44TGFabEFtVFh2Qk5HclJsRHJ4OXZXOUdiWC83MXZxV00zb0hQcGJwZDkvL0V0cFEyZytYZld0OHI1ZlJHM1lzOHV1bjM2Uit1NnVvUDkvN0xOL3lxbmNicG44QXVadHNrTUFkWnlmd1Njdnh6UWllbXUyN05Ma2tQM0RDSFdrWUwwd01iM3ROY2x6VjFNOWF4bFdQVXlIR3V6L2J0Z0FPN1F4Ly8wRGpxckdKdG5HRmdYTm0rZ0s1QjdmQlc5ZkFqZ1k4Rm9xR2NRWDEyNjlLbmJraTNRRVJrYWJveG9FRG1kaTFLL2ZPbjg5MVgzNVpZN0MxTEpCOFJ1ZktQOEpQejdHemY3Ni9hVk9kMnE2dlVQdFduUk96YmRaZ01JSGZvUHExZFN2VGx5eXA4cmJoNEVFQW52bnhSNll2V2NLNnZMeGFXcE5HeWNUQ3dILzVBcTFycDhLeUc2c1B0Tzc1ekxmYzVreUk4VTZ5NEc0QmJmMENNTHZlcmx2N2RaSFVEVEpQQTFkQzFmM012c1MzM0hJMEpIckhXZEV1WDVCM3p5ZStiZHFmNTJ2THhFRGJjM3lQK1FlRlc0NkVWbVBxM3UvYzczeGxIaEk2UVBvSnZzZXlmdXBiTHZzc3BlazY0YTdBSDhhdlhGWjlRR2o3SXQ4bGxDM2ErMzd3QXZUMis2NnU5ZnRPaDlKK1hTUzBoTTRuQkdZd2Jmckd0OXozWE45eSs2R1E2aTIxY21RUDdGZ1kySllyRnJwUDhOM2Y4R1gxcjV1V0E1M0gxcjArb09PQnJmUDgrdWtYOVBEL0xOZk5Ba2ZaOFZHbnFZK3JiaWREdlBma1kyd3lkQjFmZFQvTDlEN2J0N3poaStwZlYrTkthdExRNDZyL0JaQnpuRjNPM3d2L1BTKzhnVnhYREhRYVkrdmNsb21HY1ZXeG42SHNWNlZlbEprckl0SUFiaGc0a0VLUGh6L05uMS9ydGkrdldjUDlvMGR6VmQrK1BMRjhPVXU5QWMvaG1abGMwcXNYQy9mczRVdS96T0ZRMmc2RkFTN3YzWnYxZVhsODRYMjlVUHQyVW5ZMlAremVUYTVmaVlyUmJkdnlwMk9Pb2RSeGVIS0Y3d3gzV2x3Y2wvWHF4WHNiTjdJMnhJRHIvOWFzNFg5cjFsVDVXT2ZVVkRxM2FNSHY1czdWcEdqUkxHTWNKSFgxM1UvcUFnT2ZxTHpkeGhsdzRIdGJjdURnRXB0Skd0c1NqdmtJdHYzWGxsR0k5VjdpdGZzRE9MaTBidTJIcXZYSmNNeUhObGljT3crK0htblhiL2szOUxqYkJtVmJud2hEWG9TOEJkRDVSdDl6MXowRWVDY2R6UDBPOW44THJVWkRZaWNZUFF0MnZBNlpFeUNsajkzbThDcjczZ0I2L0FGNlR2RzI4eUNzK0Uzb2ZTOHRnTTMvaHM3WDJmdERYNFQxZjdlZmJlYXBkbDNSTHJ1Tk5GMnh5ZERyREw4VkxqajVUNVczMi9RTi9QaW16UXhlOXFwdndwa3pwOEgzVDlvc3A4NWo3Ym9qZSt3MmRXay9WSW5wY09YSGtOZ2FDdlBnbVZOc1p0S3lWK0dZRzJ6R1VzZlJjT2Fqc0hNcERMM1M5OXo1VDFRTzVtUU5oWVEwdSt4NFlFYzFOYlZ6am9Yem43VmpmOGNpZVA2Y3FyZXJ6YUxuZklHRFVkZmJDWHRLUzd3MUVNdjYrWGpkMnBiSWFhcmphdXYzc09kSG01VVhuMnJId0k5dlFjOHpmSmVIcjU4RmV5dk1jZUNPczJPbXpQWkZWRW5qU21yUzBPTUtZT0NGdnVYQ2d6RDZwc3J0SDlvQjN6eGN0L2R3L3JOMm4rU1V3aHRYd2JwUG8yZGMxWFcvS3ZXaVlLNklTSmkxaUkybGEyb3FoNHVMZWVtMDA2cmQ3cm92djJUcjRjUGtGaFZ4NCt6Wi9HZjhlT2FjZHg1dmJkaUF5eGpPN3R5WklvK0hLei83ckx3OFFhaHRoMkpDVGc1UGp4dEhvY2REK3BOUGNxU2tKS1MrQVZ6WXZUdnZuSEVHczdadVpYZCtQdDNTMHNvbmx2dlY3TmtzM3J1M2ZOdTdoZzNqdGlGRHVLQjdkNDUvdllwSmU2UjVTK2tiZUwvOUJWVnZ0K3NEYjdDMUZCYjlERVovRHU0VWFEbkMzc29VYklIRmZqL1dRbTQvUk9uSCtySitXNDRBVnhLVUhvR0N6YkRzWmhnd3d6NldkYUc5bGRuemlUZVk2MmZSbFhEc1Y3WitiY3RqN0sxTThWNzQvZ0p3dkRXdFc0LzE2OE5ZNm16VjcyekFPNlVQeExlRDNuLzFQZVlVd3crWGd1ZGczZHVYeHE5VjU4Q0pTenFNdExlS1BJVytvTkJYRDBMSFkyM2R3dVJNR0h1SGI3dlNZbmp2Wmw4MlZGM2FEMFY2Tnh0d0F2c2pPTE9QRFRvZDNBNno3b0h4ZjdhUDlUckwzc3BzL0FxK3IrTEVUdlp3My9LZVZmWlM3S3BrRGZPTi9YYURJQ2JCenRBZXFsWHYyeC90dmMrMldjRWpyZ2w4L051L3cvWWZRbTlYSXF1cGppc2MrT0EzY09HTE5yRFdicEM5bFRtNEhUNitzM0o3YmZzSFpnUldsN21uY1NVMWFlaHhCZEM2aDIrNVpXZDdxMmp2cWpvR2M0MXZIMk5jMEdHRURlWkd5N2lxNjM1VjZrWEJYQkdSTUV1TnN3Y1R5Ykd4bk5PbFM3WGIzZkh0dCtYTHo2NWFSVzVSRVhjUEc4YTVYYnFRNy9Idy9xWk4zRDFuRGovbTV0YXI3V0N0MkwrZmJZY1BzekkzbDN5L3ljNkM3UnZBT3hzMk1EZ2pnK096c2tpS2lXRmZRUUZ2clYvUDN4WXVaUGIyd0ltbnZ0MnhnNFBGeGN6YXVqWGt2a296NEU0Ty9Ua0g1c1BzNGREekQ3WWVibXdyS053Qk85K0cxWCtFb3QzMWF6OFVtNStHdHVkQ1NrOVk5N0FONUpiWjlFL0lYdzlkZndNdGg5dmF0NGZYd3RiLzJHMHJsbm80dkJKbUQ3RVp0NWtUSUw0TkZPNkczZS9EcW51Z3dLL1V5WnEvUUhJdlc0Wmh6WDExNzMveGZ2aDZOUFQ0SGJTYmFNc3RsT1RCdmkvdGF4NnNKc3REbW83WXhOcTNxYWd3ejlaQkhIMGo5RGdOVXRwQjBTSFk4aDE4KzQvQStvTjFhVDhVMnhiWXVyWmRUN2JaV0p2ODlvdUxucmNUdEl6NEJiUWRZSC8wSHRob3M0dStmOUptNmxXVU5kUzN2S09HNy8vU2w2SDdhWkRlQmVZL1diY2Z4bVhlL1JWc25ROERMb1QwcmxEcWdWM0xZY0ZUc1BxRHVyY3JrZE9VeDlYT0pmRHNXWERzcjJ6R1gzd2FITjV0ZzFMZi9CM3lxeWkxbFRYTXQ1eTdBUW9PVk40R05LNmtaZzA5cmdCaWs4TFQxeW81OE5VRE1PcEd5TnNLaTEvMFBSUXQ0Nm91KzFXcEZ4UHBEbFEwNDY0bGYzQU1VeUxkRHhHcDJweUVIZnduZlZYdEc0cEkyUDJoNVh0TVNXdkFTWGRFcExKOUxXQlhlcVI3SWRKME9BN2cyQXcwRVFrUGpTdVI4SE84MTZBYUF6amY0U285M2R5eUpUeVR3TlNUUnJxSWlJaUlpSWlJaUloSUZGQXdWMFJFUkVSRVJFUkVSQ1FLS0pncklpSWlJaUlpSWlJaUVnVVV6QlVSRVJFUkVSRVJFUkdKQWdybWlvaUlpSWlJaUlpSWlFUUJCWE5GUkVSRVJFUkVSRVJFb2tCTXBEc2dJaUlpUVhBY2V4T1J5TkVZRkFrL2pTdVI4Tk80RW1uU0ZNd1ZrZENZU0hkQVJFUWtRb3gyZ2lKaHAzRWxFbjRhVnlKTldtTXNzM0FJaCtKSWQwSkVxdWJDaGRHSlhwR2p6eGdLaWNYVEtIZmRJazJZdTlUQmxIb2kzUTJScGtjSGxDTGhwM0VsMGtEMmszZWtKTktkS05Qb01uTkxQTTVITHBjWllhQmZwUHNpSXBXMUxVcU03MTZZMm41bmJFRnNvU25KSzNTVkhvNTBuMFNhaTBXRjJRbnJpMXUzNmg2N096N1NmUkZwTmhJTGRwTllPSWNqaWFXUjdvcElrK0U0aVJpeWNEaUVNVHNqM1IyUkprSGpTcVNCT0FkeHpQOWczNkZJOTZTTWN1OUZKRFNUSnJrNTdyZ01ZbU5iUkxvcklzMU5hc2xoYzN6U2hwaUxrNy9jTnpsemFVR2sreVBTTEJ5aGxFOG9vcldPbTBYQzZnQ0dOS1VSaW9TVnhwVklReWhsQ3NWR3FlOG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TE5sNGwwQjZUNW1UTEZjV1VXTEJ0bVhFNmJRZ29YM0h6ZjhPMlI3cE9JaUlpSWlJaUlpRWhqNTRwMEI2VDV5U2hlTVFaWDZiTVlYb3NuL25lUDNiRzRWYVQ3SkNJaUlpSWlJaUlpMHRncG1DdEgxYlE3VjdRMmp1ZFdnK2tKeERsd0dZWVRJdDB2RVJFUkVSRVJFUkdSeGs3QlhEbktpaTQxaHRNd3RzU0hNU1E3TGg2YWNjZUt6cEh1bVlpSWlJaUlpSWlJU0dPbW1ybHkxRHgyNTZMamNibGVBeklBSFB5K2dBNmZGK1M3enIvbDRYNzdJdFUva1daaHloUVhtWm5EOEhqYTRQRXM0T2FiVmJOYVJFU2ltak1GRnlrZGgrRzQybEIwZUlHNWU0LzJiU0wxcEhFbEVuNGFWeEl1eXN5Vm8rTGh1NWEzeCtWNm12SkFybU9qdVk0RGdHT2M0MlBqUzM0WndTNktOQThaR1dPQVozRzVYaU0yOW5jODlwaHFWb3MwTUdjS0x1Y3RSamp2Y0liekt1MGozUitSSmllbDR4Z2MxN01ZWGlNdStYZk9YM0swYnhPcEw0MHJrZkRUdUpJd1VUQlhHdHlVS3o1UGlITktic0loQndESHdUZ0dZOEF4TnJCck1ERXVsK3VLNmJjdk9UYkMzUlZwdXFaTmF3M2NDdlRFbURqZ01qd2UxYXdXYVdnakdJUGhXZUExNHZtZDh3NDZjQmNKRStlKzdOWTQ1bGFNMHhPSXd6aVhFZXRvM3laU0R4cFhJdUduY1NYaHBHQ3VOTGpNZGhsampjdGNpaUhXd2NFeCtOVlhNRFpERnpDRzdyaTVOVUxkRkdrT0xnVk9vMndFR3BPTU1ROHhZNFpxVm9zMEVPYzFXbFBLclJqc2dUdGNocU9KUDBYQ0p0WjlLWmpUd0hpUExrMHlqbm5JK1VzNzdkdEU2a3JqU2lUOE5LNGtqQlRNbFlabm5QdkFlMW1wQS82bG1nUGl1bmI1ekdsM0xycnBLUFpPcEhsNDVKSGpNZVp1YjBadWVZa1RqT2xDYWVsVFBQUlFlZ1I3SjlKMHhWVTRpUUxKd0VQTysrakFYYVNlblBzN0hvL2hiZ3h4QVE4WTA0WFl1S2VjaDFLMWJ4TUprY2FWU1BocFhFbTRLWmdyRFdibTFmTmpwOSsxOUNIak1zUEFXMDdCbU1xejdobURZNnZvZ2lIVzVYSTkvTmpkaTBhaENmcEV3dVBoaDlzVEUxTmVzN29TeHptZTJGalZyQllKTStjZGpvZXFEdHpwZ29lbm5BL1FnYnRJSFRsL3ptaVB5endOeHU3YkhMK2J2WDg4bmpUdDIwUkNvSEVsRW40YVY5SVFGTXlWQmpGbGl1TXF5VWlZRE02MVVQWjNxdnJZckNFd3lPczRadXFqdHk1UzFwSklmVTJaa2tCYzNFMDRUazdBZW1QOGwyTnd1YTVnK25UVnJCWUpFKzlFWjlXZlJJSGpLVUlIN2lKMTRFd2hnZmlrbThDVXo4Y0FEaGp2dnc1MjMyYk1GYzVmczdSdkV3bUN4cFZJK0dsY1NVTlJNRmNhUk92Q0pUMk5jVzQwdGo1Z3BYSUtWWEVjQjhjcEMvdWEwYTQ0YzhsTGsxNXlOM0JYUlpxMjlQU3gyRnE1c2JWczJSM0hVYzFxa1RCd25pYUJPRzRDY21yWUxBYkRGYzQ3Nk1CZEpGUkpIWDM3dHJMTUpsUDJuNEFDWHQxeHU3VnZFd21HeHBWSStHbGNTUU5STUZmQ2J0S2tsOXd1WTY0QmhtRXcva0hhbWhoai9HcUJFMnN3TisvcFBXQnd3L1pXcElsenUzMDFxMnRqekpsTW02YWExU0wxbFE4RXI2d0FBQ0FBU1VSQlZNRllUQkFuVVF6ZGNUVHhwMGpJakxrUGpOKyt6ZTlIc1FIZnRhdUFjWjNwUEpDamZadEliVFN1Uk1KUDQwb2FpR3FTU3RnOWV1ZmljMTJHNTR3eHlYVjV2dVBZMnJyMkR2T2M0dnl6cjN0ZzVJNXc5bEdreVpzNU01YVNrcW5BemJWdTY1c016ZjdyOFl6bXhodm5FbkIwSVNMQmN0NWhQakFzcUkwTnhYaTR6WnpOM3h1MlZ5TFJ6NWxKTEFjN1RnV1gzYmM1ZUM5VnJlSW5UY1hWbnBMUjNMNTFydEcrVFNTQXhwVkkrR2xjU1VOVFpxNkUxY3pmTHVubU1qeGVGc2dOSmlPM011UDdxMlVZWVdJVGZqdno2dm0xWFNJdUltV21USEZSVWpJWnVCYXd3ZHBReHFMTE5aVkhIMVhOYXBFUU9UT0pkZDdoSVlJTjVBSTR4T0xpWWVjdFJqazZ5UzVTTFdjS0xnN2tUQWJYdFlHUFZETnN5dW9SbG5HNXAvSkFXKzNiUlB4b1hJbUVuOGFWSEEwSzVrcllUTDN0eHhhZVV1NDF4bVNXclRNbTlOK2x4bUJyZ1pmWGxER1RpelBpSjRLakg3a2l3V2pkdWlkd0k5NmExYlh5TDNGaTc0L0c1YnFFbDFTeldpUll6aFJjWk9FN2lSSXFGMU41Q3gyNGkxUW5McXNuTG00RXg3dHZLNXRBcGpibFY1K01ocmhMbkVsbzN5WlNSdU5LSlB3MHJ1UW9VREJYd21MS0ZNZVY2aTYrQkRnRFFrOEVyRVc2QzM3OTZKU1Z3ZFg5RkduT0prMXlBN1ptTlJnY3AzS3d0anErUVJzTDNNejI3YXBaTFJLc1lmVEVoSEFTQmV3eHUyOWZPUm9YbHpndjZjQmRwQ0puRW03aVlxNEJNOHp1MEFKbWthbEdwZWwzWThIY3pERTUycmVKb0hFbDBoQTBydVJvVVRCWHdpS3RhRVhiVXVQY2lhRkZPTnFyR0h0eURNUGR4Y1gzaHFOdGtTWnQ3Tml6TU9ibmRYcHVZTUMzRlRFeE03ai8vblpoNlpkSUUrWU53UHFkUkNHNEttZUJ4KzcySkVvU09uQVhxZWlZam1maFVHSGZGc29GVytYWlRxMkFHYzc5bWRxM2lXaGNpWVNmeHBVY0pRcm1TcjA5Y3NQcStIaFQ4cHd4cGlNUVVpSmdiY3JuWmJMZjFTdW4zYkZrSXFvcEtGSzFSeDdwaGpHUDR6LzVZRjBHb2k5RGR3UkpTYjlsNWt6VnJCYXBTU0puWWZ3TzNDc2xXTlRDRi9odGhjTU01eVYwNEM3aTVkemZwaHVPeTIvZkZ1cWxYeFVIb3htQksrRzN6a3kwYjVObVMrTktKUHcwcnVSb1VqQlg2bVhTcEpmYzdoYUYxNElaMXhEdFY0eERHVGYzL2ZQT1pYMGE0clZFb3RyVXFTMXd1ZTZsckdaMWZXcWRCQTY4eVJRWDZ5U0tTRFdjOStpRzRYSEFIcmpYdDhTUVlRU0o2TUJkQkhDbVpyVEFKTjZMd1RzZlF6Q1hxMWJGVk5ndm1zbms1VXpVcElQU0hHbGNpWVNmeHBVY2JRcm1TcjJNN2Q1M0ZLYjBCcUQ4ajA0NE1uS3I1M1QzR09jM00yOWZtOWFRcnlJU1ZhWk1jWkdjZkFuR25GRytycjdwOFdVSEVjYWtBNy9tMFVkVnMxcWtBdWROV3VEaFh2QWV1TmMxa091ZCtOUHZ1SDh5N2RHQnV6UnJ6aFJjeENSZWdySHpNZGo5VXJoYU4ra1lmczNVanRxM1NiT2ljU1VTZmhwWEVna0s1a3FkUFR6bGg1WnVsM09Id1hTeGY2ekNWRnVoS2c0MlVJeUpNY2E1cUpqREp6Yk1DNGxFb2JTMHRzQ2Q0SzFaSGNiWkI3MkdZNHhxVm92NGNhYmd3bzNmZ2J2M2dmcnVCbTA3OXNEOVRYVGdMczFYV3FlMk9NYTNieXRYeDBGbWpQZXA1ZnZJNGJoZDJyZEo4Nkp4SlJKK0dsY1NBUXJtU3AwbEZNZGNCcHhxNzRVOWVCUW84TzlnZ29reEQwKy9ZMW4zaG4xUmtTand5Q1B4eE1ZK2g3ZG1OUkNla3lwbG1iMDJPOWVGTVZjeWJacktMWWlVR1VCYkhLbzRjSytqeWlOck9DNTA0QzdOa3ZNSThaUTR6NEYzMytaNDg5VHJ2WC96bTFnYzR3S3VkQjdvb0N4NGFSWTBya1RDVCtOS0lrWEJYS21UeCs1WVBMNFUvZ1RFMlRXbTRmK3NHTjhmTkFOZGpLdDAydlJybDZVMDhLdUtORjZUSnJseHU2L0ZlR3RXaHo4anQ2TDdlT1FSMWF5V1pzOTVqM2ppZUE2RDk4Q2QwQ2M5cTByWjgyMTdMZ3hYT20rcjNJSTBMODRrM0JSMTlPM2J5b1ZwR0ppeXVpWmw5OTMzOFdDTzltM1NwR2xjaVlTZnhwVkVrb0s1RXJLWnYxNlo0YmpNZlFaU3krdkJITTJmbVU1NVJQY0UwanlUd2RHUFhHbWV4bzRkaGVQYzBLQ3ZFWGhXdVR0dTkyK1lPVk0xcTZYWmNsN0NUUW5YWXZDZVJBbnpDMVNheUpqN2VBOGR1RXZ6TVNKbkZJN3h6c2RBMlJVaURmQkMzc0hyT04yQjN6aC9iYVY5bXpSZEdsY2k0YWR4SlJHa1lLNkVaT2JWODJOTDRvdXVONFlCRWVtQUFjY1lIUHNITFFHWHVlSFIyNWYwajBoZlJDTHA0WWRiWXN3ZEdOT2xmRjNEemo0SXhzUUFGMUZjckpyVjBuekZNd3BENEVtVWNBKzl3UGE2VThwdm5JL1JnYnMwZWM3RExWdml3dTdiSElDR3lrczMvais4WTNETVJiZ1R0VytUSmtualNpVDhOSzRrMGhUTWxaQVV0NDRkaXVFYUlNSEJzVG14a2NpTDlaVmJHT0J5bTNzaTBBT1J5SXFOOWF0WmZWUWxBQTh6ZmJwcVZrdXo0N3lPOThBZGUrRGVrRmVtbExVUDlpUktFVHB3bDZhdk5PVXlIRk5oUG9ZR0dtUW1ZRGtCRS9PdzgxQUg3ZHVrNmRHNEVnay9qU3VKTUFWekpUVEc5WlNCdGdER0FST0JTSzZ0Sis1N1hXTTRkOXFkaTI0NjZoMFJpWlJISGhrUC9BbGo0aUx5K3NaMHdYR21NWDI2YWxaTDh4TEgwVHVKRW5peU5BR0hoNTAzMFlHN05Gbk9BMW5qY2R4L3d1RGJ0elhvWWFaM3ZnZmZCRE5kS0hWTmM2WmthdDhtVFliR2xVajRhVnhKWTZCZ3JnVGxrUnRXeDArL2M4a0RMa05md0pZNWFPaEx1bXZoT0U1NS9WeVh5M1gzakx1WGpZeG9oMFNPaHBrek0zQzc3OE9ZMUlqMnc1Z1Q4SGdtbzRtWnBKbHczbUU4RHI0RDk2TjFaWXF2Sm04WFhFeHpYa0lIN3RMa09BOW1aV0JpN2dOU0Erc09OdmpzdWpZN29XdytCc2VjUUhMaVpFMDZLRTJCeHBWSStEa1BwYVpyWEVsam9QL3h3TXpiMTZaNTNFZk9NdEF0MG4xcHJCem9qakVUd1VtMjk1MklaT1ZXN0JSbFFXWEhsRHFPc3h3ODc3bU0rMGhrTzliNGxGSmE0aXJsMjUwSis3NmNNdVdra2tqM1IrcG81c3hZaW9ydXh1VzZIVnZ1SUxJY1p3bU9jekUzM0xBazBsMFJhVWpPNTJSd2lQY3dqTEFyaU5RUlZBRU9OM0lXVDVqd1Q3MG1FaEhPMWNUU0krZHVNTGRqU0xBL2pPSG9EVEx2Wkw1bG1VODRTeWdwdmRqY3NVWDdOb2xhR2xjaTRXZkhWYWViZ0hzMHJpVFNZaUxkZ2NhZ3hCU01CaDdDa0JucHZqUkdqdU40eXhyNGZqZEdQSkJyTzBINUgwN2p1SXlodjRPN3YzN2RWbVp3bFphNldaaGVtRFlCMkIzcC9rZ2RGUmNQeFpocmFBeUJYQUJqQm1ETVBjREVTSGRGcEtFNE00bmxFTmZqUC9GbjVIYUJDUmh1NEYzbWNBWTZjSmVtb1VjSDM3NHRJZ2R4RlFlMEdZRExyWDJiUkRlTks1SHc2OUZoS01hNUNZekdsVVNjeWl3QXVEenRqQUs1MVRKRVVmNlAwd2lDekkyVEM4ZnBVMXBhbWhqcGpraTlQSVV4YlNQZGlRck9aZG8wMWF5V3Bxc0Q1Uk4vUnJvclhnTW9SUk4vU2hQaWVncnZmQXpBVWJwY3RRS0R2WHkxdkV1YzZ6eVFvMzJiUkRHTks1SHdjejBGSnF2OHJzYVZSSkNDdVZJcld4OFhHeWd0bTEyN01kNHdRR2xEZlF4UnlUY1p1a1MxUng2SlovcjBCekNtYjZTN1VpVmo3bWJHRE5Xc2xxYkpJZkFIY1dOZ09OZDVDeDI0UzFSekhpSGVlYUNqYjkvbUVQZ0Q5YWd6Z1FkT2hydWRxUjIwYjVPb29uRWxFbjRhVjlJWUtZMFJtSDdYNGl1TU1VOUh1aCtObVMxUEd3VmhRZE1vQ2tBMEdyNi83K0E0VG42eHA2ajNUVk9IYjRwa255cDU4c2tXNU9lUHg1aWNTSGVsRWVzRFhBeU5hT0tqc3I4SGRpTEVVbUFSSHM4cnVOMkhJOWlyeHNseFNvQUZ0R256SFJkYzRJbDBkeVE0em52RVU4Szl1TGcxMG4ycHhoNGN6akJuOFYya095SlZjNlptdE1DVk1CN2owdjZ0S283VEIyTXVCcFBpdmQ4NGZwazRaYk9HTzNiZjVuaGV3YVY5VzVXTUthRzBaQUdkdG41bkx1Q283Tjgwcm1xaGNSWDlOSzRhSDQycjZCZUJjZFhRVkROWGdtTEwwemFHdjFqUzVPVG5qOEtZNlVEN1NIZEZRaEQ0OThBRkRNSHRIaEtoM2pSdXhuaUFlZXpmZnhhd0o5TGRrYUNOdzhYbGtlNUVEVm9CdHpodmM3MDVTOStyUnNtZE5BcVlEa2I3dDRxcW12MjdzUnhubG5YREdMdHZ3ejJrY2Z4cWI0UWN4NE54eldOVDFsbXc3ZWo4SGRLNHFwN0dWZE9nY2RXNGFGdzFEWkVZVncxTXdWd1JpU3hqc2xFZ1Y1bzJONDR6aVB6OHBFaDNwSXp6Smkxd01SNVFCa1pWU21tQmg4c2IrY1NvYmd3WDR1QTRiek1uMHAxcGRGeVVVTW9DOG9sY0JvWnhzbkZjMnI5VnBXeGUzV2o0elJrTmZZd1k0OFpoRUI2TzN2NU40NnA2R2xkTmhNWlZvNkp4MVVSRVlGdzFNQVZ6UlVRYXMvS3p3VFR1VWllTjVReDFZeEpZaXFLeEdZVkJHZkhWY1JOTkJjY3Z3bkJScER2UjZEaDRjREdQUkpRUjMxZ1ppS2FCSmhJVk5LNUV3ay9qU2hvaEJYTkZSQm96WXhwN1VOQ0toajZLVHd6Wk9BcmtWc3MvQTZNeEg3dHJ1TlhFVFNtRGNKcE9Ca2JUWWhyM0NjcUtOTllrS21oY2lZU2Z4cFUwVGdybWlvZzBkdEVRSUkyR1Bvb0VLMW91cVl1aTN4WkhqZi9NbjlLNGFiOGhFbjRhVnlMaHAzRWxqWkNDdVNJaUlpSVZtUXIvaW9pSWlJaUlOQUt1U0hkQVJFUkVSRVJFUkVSRVJHcW5ZSzZJaUlpSWlJaUlpSWhJRkZBd1YwUkVSRVJFUkVSRVJDUUtLSmdySWlJaUlpSWlJaUlpRWdVVXpCVVJFUkVSRVJFUkVSR0pBZ3JtaW9pSWlJaUlpSWlJaUVRQkJYTkZSRVJFUkVSRVJFUkVvb0NDdVNJaUlpSWlJaUlpSWlKUlFNRmNFUkVSRVJFUkVSRVJrU2lnWUs2SWlJaUlpSWlJaUloSUZGQXdWMFJFUkVSRVJFUkVSQ1FLS0pncklpSWlJaUlpSWlJaUVnVVV6QlVSRVJFUkVSRVJFUkdKQWdybWlvaUlpSWlJaUlpSWlFUUJCWE5GUkVSRVJFUkVSRVJFb29DQ3VTSWlJaUlpSWlJaUlpSlJRTUZjRVJFUkVSRVJFUkVSa1NpZ1lLNklpSWlJaUlpSWlJaElGRkF3VjBSRVJFUkVSRVJFUkNRS0tKZ3JJaUlpSWlJaUlpSWlFZ1VVekJVUkVSRVJFUkVSRVJHSkFncm1pb2lJaUlpSWlJaUlpRVFCQlhORlJFUkVSRVJFUkVSRW9vQ0N1U0lpSWlJaUlpSWlJaUpSUU1GY0VSRVJFUkVSRVJFUmtTaWdZSzZJaUlpSWlJaUlpSWhJRkZBd1YwUkVSRVJFUkVSRVJDUUtLSmdySWlJaUlpSWlJaUlpRWdVVXpCVVJFUkVSRVJFUkVSR0pBZ3JtaW9pSVNHUzBIQVh1RnVGdE16YmR0aHVUYXUvSFpZYTMvYWJBRlE4bTl1aStabHliby90NklpSWlJaUpOVkV5a095QWlJaUxOVU1ZcGNNeEhzUEp1V0hOZitOcHRkUnlNZUF2bWpJT0RTK0drTmJEamRWaCtDeFR2QzkvcjFDUnRPTVNrMUwrZHc2dWhhRStZQXQ2bDl2MmJPRGh1RHVUT2hTWFhWTCs1S3dGaTBpQzJKY1Myc3JlNDFoQ1hBWGxMWU8rbjFUL1h4SURqQVJ4N3YvVTRHUFV4ekRzYmRyMGJodmNpSWlJaUl0SjhLWmdySWlJaVI5K2VUeUJ2RVhTNUdkYjlIVXFQaEtmZDBuenZnZ3VLZHNNUFA0VkJUME9iMDJIdTZaQzN3TGZ0aVQ5Q2NpL2ZmY2NEaFR0aDMyeFllMy9ndGdDSm5hREg3eUJ6QXNTM2dhSjk5bjJzbWdKSDF2aTJHL2dFcEE2cS8zdFpkZ040Q21EZ3YrcmZWdkZlK0NnRG5DTFkrZ0wwdVI4T0xJQk5qOXZIUjc1dlA0dVlGamFyMlJWWGRUdE9NV3gveFFaejI1NXRzNkRqV3R0YmZIdjdHU1cwaDY5SFErNTM0RTZCQVRPZ3RNUnUyM0pFNVRhM3ZnaUhmNnovZXhRUkVSRVJhUVlVekJVUkVaR0dNZmhaYURleCtzZGRjZlp5LzlQMmdGTmE5VFlIbDhQWEk0Ti9UWTgzS096eWxoSFk5UzU4T1JDNjNtb3pkYXV5KzBOd1NtejJhVW92eUxvUTJ2OGZmRDhKZHI1cHQwbnFEbU8rQTNjeTdQMGM5dTZDMU1HUWZURzBQUXUrT2M3WC92Zm5nVHV4K2o0T2VkNldIWmg3U3MzdnBXQ2J6WXo5WVhMMTIzUzQzQWFYbDE1dkE3YlZLUzMwTGE5N0VESk9nbjZQMklEdWdmbXc0dzFJNmdMRkI2RGtBSlRrUVplYklMNHRmUGNUS041dmI1N0R2blphOUljT2w5cU0zNlR1VUxqZHRsTzRIWXB6QVdNRDI0bWRvV0F6WkZkNEh6RXQ3T2R3WUlHQ3VTSWlJaUlpUVZJd1YwUkVSQnFHT3hGS2kyREZiWFY3ZnBlYndKMFV1RzdzSWtqcVZ2MXpqSGM2Z09HdmV5LzE5OVBwR2ppeUZyNnNrRFc3NENJb3liWExybmpvZGE4Ti9nNllDYnMvc0lIUXBNNncvMXRZZkJVVWJ2TTl0K2M5Tmx1MzEzMHcvMnk3N3NqYUd2b1hDOGs5WU50TDFRZVgvUlh2Z3lQcnFuKzg1eDloLzlld2NYcnRiWlZ6WU5IUFlPd1M2SGlsRGVadW1sbDVzNnlMYkRENTRKS3FtMWx6bjY5RXh2RUxiVHZMcnZjOTN1OVJ5Sm9FMzE4QU8xNE5mRzVNU3poMk5wUWNoTjJmaE5CM0VSRVJFWkhtVGNGY0VSRVJhVGllSTdENWlibzl0LzM1a05BaGNKMDcyUVkzdC95bjZ1ZkV0b0x1ZDhHT04yMXdzYUxpL1RXL1pta2hyTGdkMnAxcnMwMWJqb0o5WDlqczBYbG5BeFVDeEt2dmdXNjNRZnB4bGR0cU1jaVdIUENYMUFWY2lWQzR5MmJVVnVYZ2Npalk1THNmazJaTEdGU1UwaHVTZThLV2YwTnk3K3JmazFOVU9TQmN1QU5tRDRHQ0xkVS9yODdjTVBnWnlQNHBMTDBCMnA5bjMvZTZCKzNETWFtMnJuRnlkNWh6Y3ZoS2JJaUlpSWlJTkFNSzVvcUlpRWpEMlBFV0hGaFk5K2R2ZndWaTB5cXZQN3pLRnhpc0tLNk5EZWJ1K3dJMnpxampDNWRDM21JYnpFM0l0cXVxbXp6TktiRUJhLzh5Qm1XNjMybExObFNsMjIvc3JTckxib0FOMDN6MzIwMjBkWCtyMCt2UDlsYWRJMnZoOCs2VjE5YzNrSnN4M21iWWd2My9sTmdaMnAxdjd6c2xzR0F5Ykg4Sk1ORHZZVnN2ZDkzRE1QZy9rSmhqeTFIcy82WitmUkFSRVJFUmFXWVV6QlVSRVpHR3NkV2JQZHZsRnVoMVQyalBMYzZGVHp2VXZsMUZKUWZ0dnpHcGdldGJqWUhjdVhZQ3IyREV0ZmIxb3lZcC9XdzI4SjVxU2dVVWJJVnZ4Z1QzbWdrZGJPbUI2bnc1MEpkWlBIcVdyUWU4OWdIZjQrNGtPSEVsTFBrRjdIclBydXR6UDdRc3F6bnNodEdmK3JZdk9RVHp6Z3l1YjFYcDgyRGdSRytKblNIalpMczg1eVRZTzhzdWI1d08rUnRoeEp2US9nSmJQL2Zic1hhQ05CRVJFUkVSQ1ltQ3VTSWlJdEt3OW54Y2ZXWnJkVXFMcW44c3VhZXRhVnZScGlkczdkdlNRb2pMOEsxUDZBQ2pQNGV0TDhDaXkydC83YVJ1TmdCYVdnUzUzMWEvbllteEdhY0FHNnVvT1FzMlF6Vi9RK0M2OWhkQWo5L0RkNmZid0dhd0NyWkQ4UjVmdXlVSEE3TnIzU24yMzZKOXZ2VWUveElHRHVSNzE3Y2NBYWx0N1hLZnYwR25YMVIrUFZlQ3JVRTg0VkRseHpZL0E3T0hnVEdRTmhTT213dWJuN0tCWlBEVkszWWxRczdWdml6a2pUTmc1ZDIxbDdzUUVSRVJFWkVxS1pncklpSWlEZXZna3VvbjBRcVZpWVdVUHRCeml0KzZHRHR4MmJhWGJEQzNZQnZFdC9NOTN2bEd1MDF0dFh2ajJ0cmF0MzJtMmlEa212dXFEenJHcE1HUUZ5RGpGQnNrM3ZGSzhPOGhOaDFhOUxOOXJvL0V6cmJVUVJsWFFpMVBLSVdGbDlqRmZ0T2dnM2Q1ejZmZ09WaDU4NnlmMnFENGhrY3FQM1pnQWVBQkIrajRjKzlLeC83L0tjMjNuMHYyVDZIZC8wRk1DaFRzZ01PcllmMGpDdVNLaUlpSWlOU0RncmtpSWlJU1BXSmEyTW5QRnY4LzM3cE8xMEwvNmI0czFJTE5rTmpKTHNlMmdrNVh3OTdQWVY4MUpReE9xeUs0dVBFeFdQbTdxcmRQR3dGRC8yY245ZG93RFpiZEZOcDdjSGtQdjV5UzBKNVhVZFlGZHFLMit0cjlucjFWbERiY1p1YXVtbEw1c1RMdUZwQTkyUzVubkFJbkxJUDVaMFBuNjJ4Mjg2Wi93WTdYWWRncjl2OUo1cW5RK3NUQU5weGkyUHhrL2QrSGlJaUlpRWd6b0dDdWlJaUlOSXd4MzlzTTFQcjZ1QzJVSExETE1TbFF0Q2Z3Y1hleS9kZmpMUWR3ZUJXMFBkc3U5NTVxNitldXVLMzY5dmQvN1p2STdPQUsyUFlDSFBpKzZtMXpyb1orajlwTTF1L1BneDJ2aGY1K3lrcEExRmFQdHpacjc0ZVZ2L1hkZDZmQWhDb3liQnRTNTErQ2lZUENIWEJ3cVowdzd0aXZZZkZWTVA4OG0zMDgrbE9JYndPZWZPaDlYK0R6WGZGUVdxQmdyb2lJaUloSWtCVE1GUkVSa1lheCtoNmJHZXV2dytXMlh1dlM2MzNyY241dUo5SmFla1BWN1hqeTdiL3g3ZXhsL0JXRHVURXBOcnV6dE1EZXoxdGtMLzNQdnRpMnZlbHhPREMvK241K2Q2WXR6MUNiTGpkRDM0ZHNodStDaTZCd1crM1BxVXFMZ1RhUVd4YWdqbGJ4V2REOXQ3RGxhV2c1Q2dxMzI4OWwwRk4yd2pOM0FneC9BMUtIMk05NDkvdUJ6MC9JZ2JFL3dLNFBJdE4vRVJFUkVaRW9wR0N1aUlpSU5JeWRiMVplbDNXaG5aeHJ5ek8rZGExUGhKVGVnZXVxa3VMTjhqMzBZK0Q2MlBUQUxOZTlYOWgvQno0RitadGh4ZTJoOTcyaXRHSFE5MEhZK3huTVBSMmNHaVpvcTBsTUttU2NESGtMc1FWbjZ5RjFzRis5V3VwZmd6ZFVmZjhHcmxoWTh4Y1k3djEvN1RrSUN5YlpETjNSczJ6Z2VzRWtHK2oxRjVzQkk5K3prOVd0K1BYUjdiZUlpSWlJU0JSelJib0RJaUlpMGt6RVpVTHJFMkQvdDhGdG45UVZ1dDhGQ1IzdC9aYkQ3YjhWczJ3VE9nUm02eDVhYWJOZWpkdG1pcFpsd0dhTWh4SHYyb3pTVUhXNkZuREJxajhHSDhndDNBSDVHd0xYOWZpZERlaW1qN1ZsS05wZkNManRZNldGa0R2WFRoWVdqSllqb2N0TnZsdm42NEo5TjJGZ0lIMk1MZk9RdnpId29hUnVjUHhDaUc4UDM1NEE3aVFZODUwdFVRR1EzQnVPK3dZU3NtRGUyZlp6RWhFUkVSR1JvQ2d6VjBSRVJJNk8vdFBBbFFnYlp3YTNmV0lPOVBvemxCeUVEWTlDKy9QaHlGb28ybTBEZzRVN2JmM1pOaE5nMjB2Mk9lNFdNUHcxaUVtejkvM0xQS1FPZ2pZL3NVSFRVS1VPdHY5MnZ3dEtiNmw2bTQwellQZUh2dnZMSzB5TTF2WFgwUFZXMlA4TnJKMEszZStHb1MvQ2tYV3c3bSt3K1duNGVsVHdmZHIwZU4xcTVzWmxRc1pKNEVxd0FkZUtXYk5CY1dEeDFZSHZ0OHlSZFhZQ3VRM1RvV2dYNU02eC8xOEcvdE4rL3BtbjJvenBiOGZhT3JzaUlpSWlJaEkwQlhORlJFU2tZY1cyZ2dIL2hQWVgyQ0JmN3B6QXg1MFNPNGxXUlFrNTl0LzhqZEJpRUtRTmgxVy90OXYzbkdJRGtXQ3pYMWYveVdaOERuMFJXdlNISDIrM0FkL0IvNFk1SjltZ1lkb3cyMWJ4M2pxOGgxVDdiK1pwMVc5VFhlM1hWc2RCenovYThncUhsc1AzazJ5OTNaMXYyZlo2L2duNlQ3ZkIzVFgzd3FZbmJBM2doaERmSGtaOWF1c1A1MitFWXo2QTd5K0F3eXNyYjd2N1E4aGJYSDFiRld2Z2xuTmcxUjk4ZHhNNjJBblFpbk1oY3dKc21BWXJmdytsUityMVZrUkVSRVJFbWlNRmMwVkVSS1JocFBTRDdNblE2UnFJYlcwelNaZmVXSG03dzZzaHBvVU4rT1o2U3lpNGs2RHp0WUFEQjc2SEljL2JDYzQyUDIwZm56M2NCb21kWXBzSm1uVWhEUHdYbEJ5Q2VXZkM3ZzlnMTRjdzZpTVlNdy8yZldWcjgyNTUxdmU2czNvSC8xNCs3eEhDRzNkQjZrQm9jNGJ0VjRzQlFDbHNtZ2tyYm9PU1BOK211eiswdDNZVG9mZGZvZjlqTm50MzFlOWg2My90ODhxYzdGZXl3WjBFM1c2ejVSVXFHdklzT043Nnc2NTRYeGtFRTJQcjJDWmt3WnlUYldtS1l6NkNFNWJZUHVSK0I0Vzd2SlBKRmR2SEMzZEExbVJ3Sjlxc2FuZUMvVGQvQTJ4OXJ1cTNiMkpzNEx6MWlaQnhpczBDTGo1Zy85K3Qvd2NVYkFyaHN4UVJFUkVSRVg4SzVvcUlpRWo0eGJhRzBaL2JTL3J6Zm9DRmw4T3VkNnZlZHVNL2JmM1Y3RXNoNXhlKzlVVjc0TWU3b0dDcnpSRGQ5WjZkUEExc1ptdmhOdCsyKzc2R0xmK3hHWjlGdSt5Nmc0dmdxNUhRNno3SUhHOG5UbHZ6bDRaNXYyVk1ISXo5QVZMNjJ2dkZ1VGFJdSs0aE9MeXErdWZ0ZUIxMnZtMEQzejN2c1lIcC9YUGh5QnJmTmt0K2FVdE9oS0x6ZFpEVXhTNDdKVFpEK2NlN2JPQVc0TXRCdGg1dysvK0RMcitDbUphMjFuQnRsdnlpK3NmU2hzRngzOW9nOHA3UFlmNUUyUDJSRGNhTGlJaUlpRWk5S0pncklrM2Uwb3N1b2w5Nk9va3paMUxnOFVTNk8xVmFlTUVGRE1ySW9OVVRUNUJiWkNkWCt2M3c0Zng2OEdBdS9PZ2pQdGdVdVV5MmFjY2Z6M1VEQm5ENk8rOUV0QjgxT2JkTEYxNC8vWFQrc1hneE4zMzFGUUR0a3BLWWUvNzVyRDF3Z0hGdnZobmhIalpEeFh2dDVGWk9TZVVKeXlvcU9RRHp6cXA1bStXM2dsUEQrTTNmQUV1dXFXTDlSbGg0Y2UzOURSZW5DRmJjRGhuallQZkhzT2ZUNENkTWMwcHNDWUt0TDBMYVVGOGdkOHUvYlJhc1V4SjZmM2ErRVhoLzRXWGdPZXk3N3prTTZ4Nnd0MHJjWUF3NFRsa0h2VGY4L3ZXYVBkaTNuRHNYUG01cmF4dUxpSWlJaUVoWUtaZ3JJdEpJSGRPMkxhbHhjUXpPeUdpd0lPb2JwNS9PaEp3Y3NwOTVocjJGZFpnVXFoSHJtSkpDVGtvSzZmSHh4QmhEaWVQVS9pUUpyNHExY2VzajJJQm9ZN0RySFh1cnErSTlzT2NqdnhWTzNRSzVWZkVQNU5hK2NhV1liZEFVeUJVUkVSRVJhUkFLNW9xSU5GSlhmdllaWTlxMzU1ME5HMnJmdUE2eWs1TTVzM05uWGx5OXVza0ZjZ0htN2RyRitMZmVZdWVSSXdya2lvaUlpSWlJU0pPZ1lLNklTQ08xS3orZjE5YXRhN0QyZjk2M0wyNWorT2V5WlEzMkdwSDI2Wll0a2U2Q2lJaUlpSWlJU05pNEl0MEJFUkU1K3R6RzhQTStmVmkyYng5ZmJkOGU2ZTZJaUVoajBXTUNkRDA1MHIySURxblowTG9ueENaRnVpZlMyTFViRElPT1l2MzJhSmJZeW82cnBJeEk5MFFhTzQycjRHbGNOVG5LekJXUlp1VzYvdjI1WWVCQU9yZG93ZllqUjVpK1pBa1BMbHhZYWJ2MlNVbjhjZVJJenV6Y21kWUpDV3c4ZUpELy9QZ2pmMTJ3SU9DUy9kYng4VnpUdno4VHUzYWxTMm9xU1RFeExOcXpoM3ZtemVPOUt1cmNucGlWeFcrSEQyZGsyN1lBZkwxOU96ZDdKK3lxcUxxSngwN0t6dWEySVVNWWtwRkJXbnc4bXc4ZFl2cVNKZnhqOGVLZ1A0Y3pPbldpUTBvSzk4K2VIZlJ6QUU3dTBJRjdSbzVrU0VZR2gwdEtlSDNkT203NSttc09GUmNIYkpmZ2RuUHI0TUZjMnFzWG5WTlQyVmRRd05zYk52RGJ1WFBabFo4ZnNPMjQ3R3l1R3pDQXdSa1paQ2NuczYrd2tEZlhyK2YyYjc0aHIwSzdLYkd4M0Qxc0dCZDI3MDUyU2dwYkRoM2luMHVYc3ViQWdVcDl6VWhJWVBmUGZzYmNuVHNaOWVxcjVldDdwS1Z4MTdCaG5KU2RUYnVrSlBZV0ZQRHg1czFjOGRsbklYMFdJaUlOeGgwUDZkMHFyeit3R1lvT2h0NWVoNUV3NWpaNDh4ZVF2N2ZtYllmOUhJb1B3N3BQcTkrbVRUK0lieEY2UDhwNGltSGI5MkRjMEdGRTNkdnh0MzJSbmJBdkpyNytiWlVVMmMrZ0psbkQ0SUlYN1ArckZ5YkM5aCtDYjcvZFlIQ0g4RE9zT0I5MmhYQVZ6YWxUYmFENWxVdUNmMDV6MGJvbnVDcDg5dmw3NGRETzBOdEt5b1NKLzRKUC93QTdGdFc4YmJmeE1PSXFXUFI4OWR1a2RvUzA3TkQ3NFcvN0lpakpoN1lESUM2NWZtMEI3RjhQK2Z2RDA1WlRDZ1dWajljQ0pLYkR4VzlDV2tlWVBSVytteEY4KytuZGJNQXFGTnNYUW1tUU5la0hYd3A5L3cvZXV4bHlHNllFV3RUU3VBcU54cFdQeGxXZEtaZ3JJczNHbjQ4NWhzdDY5K2JUTFZ0WWw1ZkhoSndjSGpqMldBNFhGelBEcjlSQXQ5UlV2cHc0a2F6a1pEN1l0SWwxZVhrYzM3NDlmenJtR0FhMGJzMkZIL2ttSnZyenFGSDh2ejU5bUxWdEcxK3ZYRWxtWWlMbmQrdkcyMmVjd1pqWFh1UGJuYjZEbU1rOWV2RGMrUEdVT2c0ZmJ0N00zb0lDam12WGpsbm5ua3RSYVdsUTcrR0szcjE1ZXR3NGR1Zm44L3E2ZFRqQW9Jd01Uc3pPRGltWWUwMy8vdVNYbFBEc3lwVkJQMmRDVGc1WDkrM0w1MXUzOHZhR0RVekltV3M3bGdBQUlBQkpSRUZVeWVHcXZuMUppNHNMK0V6aVhTNCtQT3NzeG1abHNYRFBIdjYxYkJtOVdyWGlxcjU5T1RFN20rRXZ2VlFlcEcyWGxNU241NXpEcGtPSCtIekxGdktLaXhtWG5jMDEvZnJSdVVVTFRuL0hONGxVY2t3TXM4NDlsMkdabWF6THkrTzVsU3RwbDVURW4wZU5ZdUdlUFVHOWgvN3A2WHg3M25uRXVseThzWDQ5dS9MejZaNld4azg2ZFFyNmN4QVJhWEF0TzhGbDcxVmUvK2JWY1BJOUVKOGFYRHQ3VjhQejU5ak0wYmI5NGFldndrcy9oWVBiNnRlL2NYK0U3T0YxZjM3K2ZuaHNpUDBoZThHTDlldExtV2RPaFdPdWhUN24xcit0VmUvRDI3K3MvdkhVam5EdTQzQmtuNTJjOEp5WjhQeTV3WCt1Ly9jMDVPK0RJMEZNRk5naXl3YS9udzRoV3pxalo5VW5Bd1F1L0YvbHdNU0NwMnkyV3JmeHdiZnorTEVRa3dCSnJlR0MvOXF4dWJIcWsvTkJHM0FoakxxK2ZtMDhjeXJzWFFXblRZWE12dlZyQytEVDM0T24wSjRncUsreWNWOGRkeHljOHppMGFHZFBqaHozYTlpMUhEWjhFVno3eDkwS0hZYkR2clcxYnh1Yll2OG16aGdSM0RnRU94YmJEMUVtZmxVMHJrS2pjZVdqY1ZWbkN1YUtTTE54UnVmT0RIenhSYllmT1FMQTFYMzdNdlBFRS9sbC8vNEJ3ZHhueDQ4bkt6bVppejc2aVArdFdRTkFqREc4K1pPZmNFSDM3anl4ZkRrZmUydXhmcmx0RzFNWExHRDlRVittMUVlYk4vUDB1SEZjTzJCQWVUQzNiV0lpajU5NElrV2xwWnoweGh2TThhNlBjN2w0Y3R3NEx1blpNNmozOEpzaGRtZDk3R3V2QldTanRrbE1EUHB6NkpTU3dta2RPL0x2bFN2SkxTb0srbm0vNk5lUGNXKzhVZjZlK3JWcXhjSUxMK1Q4YnQzSVRFaGdkMEVCQUg4WU9aS3hXVmxNWDdLRUcyZlBwaXhNZmVmUW9kdzNhaFMzRHgzSzNYUG5BbERrOGZDTFdiTjRjc1VLUE42TTV6aVhpNldUSnpNaEo0ZHVxYW1zemNzRFlNcklrUXpMek9UbHRXdTUrT09QS2ZZR3dJZG5aakxyM09CK3ZQK3lmMzlTWW1PNTZ2UFBlV0xGaXZMMW9YeCtJaUpIemZ1MzJNeWtIaE5nekc4Z2J5dk1mYXptN05QMmc2SG5HZkR0UDJ3bUw4RDZXZkRhRlRhSWVOSEw4UEpQYmRaTXg5R1ZuNS9VR2p3dG9OLzVsUjliLzRYdkI5cnFEK0RkWC9rZU8rTWZrSkFLcjE3cFczZkt2ZENtdncxMGxqbjJWekJnc2wwdVBHaC9KRmNuSnQ1bUU2MzdER2JmWC8xMllETjZmdmczckswaG8zanNIYmJOei81WWMxczFCV1ZiZDRmem5nVlhMTHc2R1R4Rk1Qa1ZPUDgvOE9vVmtCZGtyZlp0Mzl0YmJUcVBoWXpld2JVcHdWbjRIL3RkU1drSGs1Nkh2RzJ3NlZ2WXVhVDY1eVMyZ3BIWHdvbzNiSlowU1Q0VTVNSi96N2NuSkNZK0NXOWRDeHRuUSsrekt6OC9zN2ZOUks5cVhPMWFEcnVYMitYOC9UQnpsTyt4UVJmRGlYZkRQL3dDU0wzUGhna1B3SXpoZGd3QjVJeUcvM3ZHdDgyYjE5aWdXSFhPK0ljTnRMMWN5eVhxaDNmYWswZnYzRkQ5TnYzT2d5NG4yZ0JWL3Y3cXQvUFVjTXdabHdMbi9zdWVKSHIvWmxqMUhwei9QSno5R0x4eE5XejZ1dVorbHNuZEJNdGZyMzI3MUE0MjZDVGhvM0dsY2FWeGRWUXBtQ3NpemNZZDMzNWJIc2dGZUdyRkNoNDg3amo2cGFmak5nYVA0ekN5VFJ0R3QydkhHK3ZYbHdkeUFVb2NoNGNYTGVJbm5UcHhUcGN1NWNIY0YxYXZydlE2YjYxZkQwRGZWcjR6MUpmMjZrVktiQ3ovV0x5NFBKQUxVRlJheWkrLytJSkozYm9SNzNiWCtoN2lYTGJVdWR1WWdQVVZTeGZVNU9wKy9YQVp3OHlsUzROK0RzRE1aY3NDTW8yWDdkL1B4MXUyY0hwT0R2M1MwNW0xYlJ1eExoZlg5ZS9QcnZ4OGJ2bjZhL3p6alI5YXVKQS9IWE1NNTNUcFVoN00zVmRZeU9QTGx3ZThUbEZwS1I5czJrU1BBUVBvbTU3TzJydzhZb3pocXI1OUtmQjQrTlhzMmVXQlhJRDV1M2Z6OThXTHVYdllzRnJmUS9ubjV3b3NHUi9LNXljaWN0UWMzR2F6WWRLNzJVRHVybVcxWDI0LzRFSWJ6RjM0WEdCbXpPWTU4TnJQNEpUN0FBUHRCc0tFQisyUFo3L3lRZmFIcW1NemdNc1lsMTMvd2tSZm00NWpNNHZLT0U3bGRhV2x0cTFLNjhxZlpMT2RxcE05M0w3MjZnOXEzcTdNOWgrcUwzZVEwZzVTczJET2RGajVkdTF0VmFYRFNEam5YN2FjdytzLzgvWHAxY3R0TVBmaTErSDFxMkJINWZKTjBvams3N1BqS3N0NzNMRG1ROStKaitxMDdHU0RUbXMvRGZ6K0hOb0pMMTBFNXo4SExyZk5OcC93b1AzT2wzcitQM3ZuSGQ1V2RmN3hqNWIzM252RVNlekUyY3ZaSkNScEpnU1NRTmlyN0JZSUZNcG9hWUdXVWxwR29WQUtQeWdiUWhMQ3lnN1plMC9IamgzYjhYYTg5NUlzL2Y0NGtpVlprcTBzeHlUbjh6eDZwSHZ2dVVkSE4zb1YzKzk1ei9jMXQxTnB4REoweTdnQ2tZMjI3Vld6NkFRZDRrVm5aNS9SZ3FxdDFieS96ZHFXaWhwYnE2OTJsR3J3ajRlVEs1eUxxK2FhenEvUHVNZWhjTDhRODg0RnJ6Q1k5ejhJN2djYlh6Q0xSdC9kSTY3ci9FL2g1ei9Bc1cvT3JYOUo5eURqU3NhVnBGdVJZcTVFSXJsaTJGVlNZcld0TXhqSXI2K252Nzgvbm1vMXRWb3RZOFBDQU9ITit0ZVVGS3YyZ1c1aUpyYVhyNi9WL21ndkw2WkZSVEVrT0pqZXZyNGsrSWpscng1cTgwL3NHR08vUHhpRlhrdnF0Vm95cXFzWkdCalk1V2Y0SWlPREYwYU9aT2Y4K2J4eCtEQWZwS2EyWjhRNmcxcWg0SjUrL1RoY1hzNmUwbEtuendQYjZ3ZVFZOHlhOVhGeEFTQTVJQUFmRnhmTzFOVHdwNUcyUG9qTk9oMjlmS3lYQjJ1VVNzYUhoek1oUEp5K2ZuNzA5dldsbjFFSU4xM0RmdjcrK0xxNHNMV295RXFRTjNHd3pMbWxQRjlsWnZMci92MTVaOElFaGdVRjhkYlJvNXlvNm1TMld5S1JTSG9DY1JNaC9jZno3eWQvRjN3OEZReHRFTkpQN1B0OGp2WHl5WnVXQ2IvWWIrODA3NHNhQlF1WG5KdGZyN05FanhITFFTM3BQVTA4NjNVUWQ1WDk4d3IzZ2RiaS93WFBZUHMyRlAzbkFRb28yTjI1QlVGenJlM3lVSVVLeGp3cWx1cldsNHByWTNtelhwb0tYMTR2Ym81dldnSjczaEVaMUoxNUJvWVBGYjYyWGVFZElUd1JKUmVlK0VsQzdPbEtjT3FLK2pQdzZRd1JWNmFsNXB0ZXN2YnhIUGVrOFBaOHU4TVM3U2V5b0xYKy9ONi9NNEw3Z1dlSTlUN2ZhREU1MDFqaE9LNHFNcTB6MUYyOHdTdkV0bDFBQXZqM2d0UnZPNCtydGxiNzE3bnZUSmoyaWhEZlZqd2loREFUTGJYd3pVSzQ1aDJ4SEQxMlBHeDRvWFBmYjk5byt4bWNIYmtRWHFVUys4aTRrbkVsNlJha21DdVJTSzRZYXV4WUNqVHB4STJXMHBqcGFoSnNwMFpGTVRVcXltNC83aFladEMrTkdzVnp3NGVqQU5LcXFqaFZVOFBLM0Z6Nit2bWhzTWllTlMzano2KzMvNGVGczU2NWY5bTNqOXJXVnA0YlBweS9wcVR3cDVFaitWOWFHcy9zMm1YMzgzWGt1bDY5Q1BQdzRNVjkrNXg2UDB2TzV2cjE4ZlYxS2xNMnljK1A1VE5uMHMvZm44cVdGbzVWVkpCV1ZVV3JYcytFOEhCTVZ6REVRL2dvT2J4K2JXMTI5M2RrVTJFaHMxYXM0STF4NDdnL09abjdrNU5abDUvUG85dTJjYks2MnFrK0pCS0pwRnNKR3l5V2JXYXVFZHU5cmhhK2ZSM1o5d0hzL3ovYi9XbzN1T29QY0d5eEVCME56djFlV3VIbUo1NWJMWXFDdVhxSm9qZVcyeHAzNjMxdXZxSkFtT1UrandENzd6SG5iVkg0eGg2ei91VjRiQ1l2UXhNVG5yYS81TmJFZ2k4Y0h3T1JwYlR1YWZOMjZBQ1k4aGNodnVidGdGV0xvTUhPQkdKTm5zaGNudkVhakgwQ0V1Y0lhNGlzbisyL1QvWkdPTDIxODdFQUpNNkdxSlN1Mjltak13OUNReHZvV2h3ZnY5eFJxaUZ1Z2psbTNIemhianYvVm9VSDRNY0g3ZmN4K3JkUW1RTVpLODh0cmx4OXhFU0JwZWlrVkZuSGkwbm9zZHpuSFM2ZUEzcWJ6L1cxL3pjcktROUQ0algyajQxOFFEenNzZUZQMWhtQmZhYUw3N1lqeGo4bEhvNm96b1dQTEFRdXoyQ1krS3lZWktuSkV4WWw5akxhZFUzdy9YMHc3Z21Sd1JrN0FYYStLWDdQN0gxL3k5SmgzL3VPeDJFaW9KY29SSGd1cU4wNmp5MnRiZExCRllPTUt4bFhNcTY2RFNubVNpUVNpUVgxeHNKY3Y5KzVrMzhlN255WjVQVG9hSjRmTVlMTmhZVXNYTGV1ZmFtK1Jxbms4Y0dEcmRxMkdNWEdJRGMzSzY5YkU4NTZ0dXFCTjQ4YzRiM2p4N21wVHgrZUhqcVVCNU9UU2ZMelkvSVBQM1I1L2dQSnlkUnJ0WHlaNGNUeW4zT2czaWo0cnNyTlpmYktsVjIyLzNqS0ZCTDkvTGhwM1RxV25EcUZhYUh2eXlrcFRBZ1BiMjluZWYzc2NUYWV0MnZ5OGxpYmw4ZTA2R2grTjJRSXY0cU9ac2U4ZVNSKytTVVZMVmZ3amExRUl1bVo5Sm9DamVWUVlKeUVVN3NLMFhQcksrWWxvR01lYzV3UjR4a01rY05oOEMxdzhHUFk4Y2JaM3hUbDc0YXY1MW1MbUxFVDRLNTF0bTJkMmVmSS95OWpOV3g1MmJreDlaMHBSR3A3VkdhWlBRczlBdUgybFNJN3FkQmlJak4ySE14NEhUNmRicTRFZnZOUzgzR3ZVQ0VNOTc5ZVpEOXQvVHZzKzIvblkycXVodS92aFVHM3dGWFB3WFVmQ3FINXA5OEtXd3RUZGxudU5zQUFJVTRVMG1sdGdKS2pNT0krc1YxWGJKMWw1UWhYSDNqMGhPUGpoZnRoY1NlaTkrVk81Q2lSRlpleFdtd3JsQ0t1am40dHN1Y0ErczBGZHovNzU2dGRSWGJldUNjaFp3SDgvQ2VvUGN0TVJHMmo4Sk91eVRYdmMvVnhQcTV1V2U3Yys5U1hDQTlTWi9BT0U5bjVqckNNbDRYZmlFa0pTNUZINHc3M2JJTDF6MEwySnJIdnFtZk5Bby9hMVNoMlBTaUVteFBmd1libk84K2lOT2hoKzJ2Qyszdm1HNklBNDVoSHhUVnZyb0tRWk5HdXVVcGtGem9UVnhvUDhXOC80QWJ6OG5wN2sySDI2T3E2djVGd2JpTGs1WUNNSy92SXVPb2FHVmRualJSekpSS0p4SUtqRldLSnlZU0lpQzdGM0t1Tm1idHZIejFxNWJrNnlJNWRRbnBWRlZPaW9yZ3FJc0xLTXhlZ3Q2OHZVVjVlWnpYTzVyWTJQa2xQWjNGbUpxazMzOHlreUVoaXZMekljNUM1YW5xZktWRlIvRjlxS25WYXJjTjI1OE9KcWlyYURBWkdoSVRncGxMUjNFbkdyS2RhVFVwb0tNY3FLcXo4aWNIMkdwNDBXaUdNQ0FuQlU2Mm1RV2U5ZEhXeWd5eHFSeGdRaGVyVzVlZno1ZFNwM05LM0w3UGo0dmpzNU1tejZrY2lrVWd1T21HRDdHZUNIdjdjTE1vT3Y4ZngrVFg1OE1WY21QdzhETDlYTExIYzliYjUrRTFMclcrUTNQeUU5KzFERnNKblN4Mzg3MnJ6ZG0yaEVDbDN2Q20yMVM0aWU3WmdMeHkwS0Jaamo0RUxJZUZxKzhlMERiWUZ4Q1krQjZISnRnVmxPaXNJWTJnVE45cGc5bGRzcWpUdnN6eS9vZFQ4Mm5LVmpFZVFXRlo2ZXF1NE9iM3FPWkdONVN4cm40YVlzVUpJcno0dHZDRk5PSk9SYXpWT2kvK2JXcHkwdXRDMXdKNS9PejVlMjBtUnR5dUJzRUZDYkdqcXNDb25hNzBRVWtDSUY0NHk4M1F0OE5OdllNQlc0ZGM1L1ZWUldOREV4R2RnN0NMenRzWlRaS2svMUdGbDFKSmJ6TisvcGdxUlJmZmRmZWJqNDU4VUV6WGIvZ0hhVHZ6OVF3ZkFwRC9hTDRhazE5bkdWZC9ab2hqaHQzZUtDUUpuc1lvWG5aaHNzSXdyVTJaZGM3VjV2OWJDRGt5aGhnRUx4WHR1ZWdubS9Cc1NwamovL29jK0ZYWXZ3KzhWUy9sZGZTMnUzMW5ZWmpWVmlkK3hjK0h3WitJNk9PSktGcHhrWE1tNGtuSFZiVWd4VnlLUlNDellVRkJBY1dNajE4VEZjVXVmUGxZRnpoVEFqYjE3dHd1UHBxWDlBd01EK2M3b2hldWhWdlBhMkxFMi9TNDVkWXJmREJ6SVUwT0hzaW8zbDJPVmxRRDR1cmp3ZjVNbW9iQTV3ejRUdzhQWldteis0NkMxcmEzZDZrRFhoVlhEQThuSktJRC9wblpSUE9jOHFOTnErU0VuaDNtOWV2SDZ1SEU4dG0wYk9vdkNPc09EZzZscGJlVlVUUTA2dlo0MnZaNG9MeS84WEZ5b05tYjF6bzZOWlhaY25GVy9aYzNOYkNvc1pISmtKSytORzhkdnQyNmx6ZGp2OWZIeDNOS25qMVBqR3hNYXlyN1NVcXN4MVJxRmJhMlRWaGNTaVVUU3JleDRIVzc5QVFiZERFZS9PcmMrOUZxeHZETmpGZVR2c1Q1MitET0lueXpFUzN2TEtKTVgyR1pSclhyTWVudkdQeUY4aVBDSjdlZzMyNUU5NzRpSHMvaUVkKzRaNkN5aHlkYmJ3VjFrR1pXbXdtY3pvT0tVOEsxMTliWnRNK3dla2QxMHlJNkFYWHhJTEJOV3FNUk5hTlo2c2Q5UmhsaG42RnFzbDlJNlExc0w3RDZMNjN5bGNlUUxHSHFubU9SWStlaTU5M1A4R3lnNVlpMjhBR1FaaGF0K2MwVzJlY2VseTVIRElXbXV0WFhKd1kvRncwVHlmREg1c2VlZHpnc3ZBZVJzRWc5bmNmY1RTOHc3K2xTZkxiNVJFRFBPdksxMjdieTl0a0dJYzdWRjRuZHB0NTBKaDRRcEVEVmFGTERxNkR0ZGRCQ0tEc0Qrajh6aWpta1orUTFmbnYxdnhYZS83cnFvWkVlT0xyWXVyQ1V4SStOS3hoWEl1T29tcEpncmtVZ2tGclRxOWR5N2NTUGZ6NXJGbDlPbThadUJBemxhVVlHTFVzbFZFUkVrK1BxMmk3bmZabWZ6ekxCaC9IbmtTSVlHQjFQZTFNVFU2R2gyMnlrVXRyVzRtTTlPbnVTT3hFVDJMRmpBeHNKQzZscGJtUlFaU1ZwVkZjY3JLeGtRNE1CSDBJTGxNMmRTMk5EQWp1Sml0SG85NDhMRFNRNEk0T3ZNVElyc0ZBWXo0YUpVY2xkU0VudExTemxVWG43dUY4Z0pIdCsrblRGaFlUdzhZQURUb3FQWlVWeE1rMDdIc09CZ1VrSkRtZno5OTV5cXFhRkZyK2Y3bkJ3V0pDUndhT0ZDMXVUbEVlM2x4ZVRJU0g3TXlXRnVmTHhWdjR1MmIyZkh2SGs4bUp6TXBJZ0k5cGFXRXVmdHpkaXdNUDZibXNyREF3WjBPYmJmRFJuQzZMQXcxdWZuVTluY1RGOC9QMmJIeFpGWlU4TlBwMDlmckVzaWtVZ2s1ODZaWTVEMnZiQlNPTitxMC9tN3phODFSbHVHUTUrTGJKcEpmeFJMTXkyTG5LbGNZT3pqNHNiYUVWZS9BTWszQ0ZIem1uZTdIa05qT1h3NDBma3hLOVNkRnhKemxyRy9zODdzVWFnY3R6VlJZVncxVWxka2Y2bG8wclZpYkowdEkrMllUYVJVaVNyakhXOTJJNGJCTmYrQnoyZUxBam9tZWswVzExaHlZV210Rng2UjAxK0YzVzliWC9PenBUemQvTm9VVjZmV1FlVXBJVHBWWklxbHpKYkVUeEppU1oyRERPbStzMFZ4SWhDVEJzTTZ5YjQzOGZsc3FMSXR0R3NYMC9kZmY1N1pib216b2Zldnp1NmNhb3ZsNy9aaXh6TkVpRTRIL2ljbUpleGhMMHZQTTFnVWpEcjh1ZlgrQjNhTEplZW4xcHYzdWZuQ25XdlBYM1NUV0NQalNqekx1RHE3c1V2T0NTbm1TaVFTU1FkVzVlVXhmdmx5L2poaUJPUEN3eGtXSEV4QmZUMkh5c3U1YzhPRzluYUh5OHU1ZHRVcVhodzFpbWxSVWRScXRYeVduczZmOXU3bEpqdVpvdmRzM0VoYVZSVy83dGVQYWRIUmxEWTI4a1ZHQm4vYXM0ZGQ4K2M3SEUrYlJjYm92NDhkNDhiZXZia2pNUkd0WGs5R1RRMFBidG5DUnljNm44bGNrSkJBa0pzYlQrL2NlUTVYNU96SXE2OW41TktsL0duRUNHYkh4WEZyMzc2Y2FXd2tzNmFHVzlhdlo1dEZadkc5bXpaUjF0VEV0Zkh4M0ptWXlJR3lNcWIrOEFQVFkySnN4TnlqRlJXTVc3NmN2NDBlemNTSUNPWjVlWEd3ckl4cFAvNkluNnVyUXpHM3pTSUxkL0dwVTBSNGVuSmRmRHd1S2hXNWRYWDg3Y0FCM2p4OHVOMHZXU0tSU0hvY3h4YUxnaWJuV2dnTHhGTFU4VStLektucVhITlJzNVphVVZ4dDB2TWlXK25BaCtaemh0NHBNbEl0cTRlYlVHcGcyc3NpeTJuSGExQlRZTnZHRXI5WUlRelhkN0tNMGg0ZS9tS001OHQzOTRnQ1ppWjZYUTNYLysvOCt6MVhSdndhbWl3ODlFMkY0Y1k5QVRxTEpiM2VvZDA3cml1SnRCL0VVdTdFYStIUXgxMjNkOFRvM3dwUDY0STlRc3dBOFowdFB5bUVwOEczV1l0T29RT0ZTTC9xY2Z2OURiNE5wcndveHRlVkpZZmFWVXpFR0F4bnR4emE5SDA3MzlqYSs3NklmeE1hajg2OW1pODJDVlBCdjVmdC92N3pJTnBpNVp4SzAzMWp1dEtRY1NYalN0SXRTREZYSXBGYzlneFl2Tmpoc1JGTGw5cmR2N2UwbEd0WHJlcXk3OVY1ZWF6T3MxMmlvL2pQZjJ6MnRSa00vUDNnUWY1KzhLRE5zU0ZMbHRqczgzY1ZTMm9zL1cxZjNMZVBGL2Z0czJuYkZROGtKMVBUMnNyaUR0NjB6dkRiYmR2NDdiWnRkbzg5dVhNblQ5b1JpQXNiR25oZ3l4YllzcVhUdm10YVczbDQ2MVllM21yOVI5V3VNMmQ0d2M3blBGcFJ3UndIaGRVNlh2UDI2OWRxdmlsZWxwWEZzcXlzVHNja2tVZ2tQWTR5WTRhU2Y2end6SU1PVlorZE1Pc0pIeUtLYU5Ya2lRd2J6eEJ4dzZuWFF2MFpJZWlPZWdDT0x4SDdmYUpGTVpUalM0WHZyaVUrVVREbmJRaE9GdjZHM2hIQ0Q5SFJEYXg3SU56OG1EanU2RWJiTGdvSVRMUXVYSFlwU0Y0Z01tbzc0dTR2TXBJSExyUTlwbStEMUU0SzNxVC9aQzRJQktMWVRGU0tLQlRVYk9FM0dUM2FYSWhHY21GcGF4RVpkLzRXZnNacVYzTnNLWjI0VlZhNVFNb2pFUHl6RUowOFE4VCtSdU1xcUlPZndOUy9RTVJ3c1l4WnFZRnByMEJGRnFUL2FOMlgybDFrWVE5Y0NIdmVGYUpWV2Jyd3A3YUhRZ1Z6M2hFRnAzNTgwUHA3MHhWQlNTSWVMOFJFeWJrU054Rzh3MjMzQnlXSzV3RUw3R2ZsbjFvdlBMRHRVYmhQckdTd3BPOU1JZnBaVHVhNGVBdUJTbkxoa1hFbDQwclNMVWd4dHdlamNWR2liZTArRDBkM1R4Vk5EZWUzSkVDaEFDOC9EWFZWRnliRFRhVldvRklwYUcyUlhwYVNLNDgrZm40WWdJenFzL2dqd2c3OS9QMlpHQkhCTzhlTzBhaTdBRXRWZnlIMDhSV3orQ2ZQOC9wSkpCSkpqMEh0RGhoLzB4N2FmM2JuUm8wVXozbTd4SFBrY0NpMktQUzU3Ujl3OTNxWTlqZFkveHpNL2E4b0RMUDFGZXQra3VlTHJLdVdPbGh5azdncG5QazZqTGhYZUNRV2RoaVhUeFFzK0J5OFFrVlJtTE9wVEI0MVNnaW1aZWxkdCsySytFbldSWGVDK3psLzdyU1hSV2F6STB6TGRpMXBhK2xjekswdGhFcUx5VVUzZi9GY2ZkcDZhYktmOVNvVnlZWEdZSXdySTllOFozMjRZRGVkRWpaSUNGV1djYVZ0aEhLalVIUnNNUXk5Uy9oS2Yza2RUUHFES0FEMTlRSXhFV0RaejV4M3dTc0UxajBONlN2ZzlwL0VSTW1tbDJ6OXN0V3VRbkJLbUFhYi95b21ZNXpGeFF0aXgwSHBCY2owQytsdlBablJXWngwWlBpdklhNFRMK2lwTDl2Zlg1N2hXSFJxckxTT0t4UDFaenJFbTU5dEc4a0ZSTWJWZVNIalN1SUVVc3p0b1V5NEpvS3dHQStXdjU5Rm04NWd0NDFDQ1M2dUtsemRqUTgzRlc0ZTRxSFRHa2cvMlBtU0FLWFNYTFRYMVYzRnpZdjZjbUovRmJ2WDJ2cDlPc3QxOS9iQ0o5Q0ZyOS9NT0c4QlZxbFNjTXVpdmhUbU5MRHgyeTZXN2hseDkxUXhja29vTzllVW9ETUs0UW9sS0pYT2xwZkM0Zlh1aU5wRjZWUTdYVGNLOHBKZk5nckE5TzBiSFJyS3lKQVFkaFFYVTluaXdOZklTUUpjWFhseDN6NCtPM215NjhhL2NFelhVQW44WnVCQUFPbUZLNUZJZnJsRURCY1pub2x6eEhaRkpyaDZpZGNySHJIMnZiTjNvMlZKNUVoUm5LenlsTWlRQ2gwZ3NwUk0xT1RCNXBlRlVCdVZBbTQrb2lKNHh3eWoyaUpSTEdYbElsRWxIT0NMYStIYTkySGhONks0eXI0UHhQNCtNNFRRYVdnVFFtNW5HYlkxK2Vhc0t4RFpVUk9lRnEvSFBBTEJTYkQzdjFCc1hOM1NXQ0dLak9rNnFVUnVTZDhaMWxYTFRSNk16dkN2UlB2N2IvdEppTmxmWGU5OFh3YUQrSGViOVM5cmYwS2wwV053NFRmV1lvUlNZMXZrUjNKK0JDU0lqR2UvT0pGSmwyMVI0R2ozTzNEbXFIbmJrYmhoSXRJNFNXTHlvNDRlSXp3N1RmKzJlaDJzZmh4dVdnWjNieEQrazF0ZU5uK1BUZFFXUTBNWi9QU3c4TWtHK0dLdW1DaVo5amVJVG9HMXo0anZlMUNTeUl3UFNJQ05meGFWNkIzUlVBYTFIZTZqUmo4cU11aWlVdUMyRmJEdnY2STRva0V2dnB2Rmg3b3VaR2dpZkxEMUpBbk8zUjhCNGpmQkhsZjlRYXdpK0ZlaVkyOVBlK2hhWWRoZE1QaG1PMzArQitOL1o3RkRJZm8yeVB1MEM0YU1LeGxYTXE2NkZTbm05bEF5ajFUVGYyUUFrK2RGOGZNU2tjRXdja29JZlFiNTRlS3FST09xUXEyeEwxQWFETkJRb3lYOVVCV0JvVzcwU3ZiQnpWMk5tNGNLZHk4MTNuNGF2SHcxN1BuNURJZTNpVCthSjh5SndOVmRDTUVqcnc2eDZiTWt2NUg4elBvdXgzMWlmeVZYejQ5aTVKUlFkcXdxN3JLOXU2ZWFrQ2gzaDhmTGlwdElIT0pIY1c0RGpYWDJNd3JycTdWVW5Ha0d3TnZmaGFSaC92Z0Z1YkxpMDlQbzJ3eU1uUkhPb0xHQlhZN0Z4RGR2WjFKWjJzS052KzFOUUlpYjNUWXJQenZObkx2aW5PcnZrNytuMDFSLzVXUkRTczZkVVNFaHZEcDJMR1ZOVGN5SWlVR3IxL1BzN2k1bXJwMWdSMGtKTyt3VVpic2MrWFRLRkZRS0JmMERBaGdTRk1TYXZEeCtMbkJ1TWtnaWtVaDZITDJtd1BpbnhPdk1OWkM3WFdTNHJuakVlSlBvNUlvcWxRdEVqaEJXQ0NBeWZsU3Uxb1ZMUU53c3Q5YUxHK016eDZIS3ptUlkvaTd4c0tReUM3NmNDOWU4QXhPZmcvQmhvSEVYMlVGRkIySEZieDBYcERIeDFUenphN1didU5tT0dDWUt1ZFRrdzZnSDRaYmxRaERlKzEvSTNuQjJWY2JYUG5QcFBYUFZidERXQ3U4T3RUMFdOUXJtZlNLeXpPd1ZEZEo0aUg5dktleWVQOTZSY0tQUmdxc3lTeFFFYXFrWGNWV3dCeHJPd3RjNVpxeDVraVM0bjVpQTJkaWhZRjE5aVRnZWtpd0tET2JacVYvUVdBWmZ6N1BlMTFvSFA5d1A0MzRIb3g4Ui9SZnNoWUUzaWUvSWtsdkVlRHRqMDB2VzJ5UHVnNUgzaTZYcGU5OFR2cVJ6M2hHVE9mdi9UOWlzbk0za3hKR3ZMNzIzcDhwRkxOMy81a2I3eHg4OUFadGVoSXpWOW85clBFVFdwK1Q4a0hFbDQ4b1NHVmNYSFNubTlsQks4aHJadTc2RTBkUERPSlBYeUxIZEZSVGxOS0RXS0dsdGJxTzFSVTlyY3h0UkNWNzBIZUxIaWs5T1UxM2VRa3RUbTFWR3JLdWJpdVNSQVRRM3RlSHFya0xqb2lUemFBMk5kVnJLQ2tWMlFuSktBSDBHKzFKYnBTVXkzanBMUWFGVTRPMm40Y2lPY3FmRTNKT0hxeGswTmdnWFYrZG1qOEppUEpoeGF3dzZyVUdvMEhiUWFmV01uMlhIOXdWUWE1U2tIYXhpODNlRkFKUVdOTEg1KzBLbUxJaGk4dldSYkZnbVJKeTZLaTJidnpjTE9rcWxBcldMdUpZbS9JUGRHRC9IL0Q1NzFwOFIyYzZlS3NiTkN1Znc5bklxaW9Wb1hGSFN6SWFsQmZRYjRZOS9zQ3M3VjV1RnNzQndONGFNRDJMM3VqTTAxR2l0M2tNaTZZenExbFlTZkh4SUNRM2xTSGs1Zjl5eng2cFltS1JyS2x0YWVDQTVtZXFXRnQ0K2VwUS83T25panpHSlJDTHB5ZXovUUFpWkxiVm0zOXI2RWpqNWsrTnpUTjZDdW1ienZ1alJJaE0xZjdkWStqcjhYbkhqVzVZbWpxdmRZT3dUb2loWFhZbXdCeGg4Rzl5elFXVHZIdm15NjVzeXZRNU9mQ2RFeVQ0elJPYlYrbWZoNkdMTTYwNjZRS0VVV2Nqam5oRFpYUmtyUmFhdlhpZThaQWZlS0c2K3IvOUlpTTNiLzlGMUladWV4RzAvZ1Uray9XT21LdWgzclhQNE56RUZlMkg1WGVJNnFlMG5ISWkrakgrSFcva3FPMERYZk9WbFVlWHZGRlhZMjFxaDRoVHQzOCt6alN1TnA4akNPN1ZXYkk5K1ZNVHFjWXQ2REFOdUZJV1VWQm9oNmlRdmdGdC9FTi9uUGUrS2VPNkszTzBpcGdMN2lyZzQrREhzL0Jkb0c1ei96QkhEUlZ6RmpCTVovajgrSk1TMXJKK0Z4K2E0MzhHVXYwREtiMkgzdjhVeWRudSttajJSeVgrRy9sMElaZFArSmo2Zkk5N3VMNTQ3aXhtVDE2dmFyZXZZYXRNS1AvSXJDUmxYTXE0Nkl1UHFvaUxGM0I3TW9lM2x4Q1I2a3pUY245UjlsUlJtTjFDWWJmM2o0dTRwL2drclM1dHBxTFg5WVNnNjNjQW5meGMrWStObWhST1g1TTJXN3d2Ymp5Y004R1hDbkFpTzdxeXdtMGs3WlVFVW5nTjkyeTBicnA0ZlJVS3lUNmZqVmlnVitBVzYwSHVncjhNMnVSbjFyRnRzTGhxMStLME02cXJOZ2VudXBTWWgyWWVjdEZxN244dkV6WXY2Mk96TE9GeE5XSXdIZlFmNzRSc29scXhwdFhwYVNRRVZBQUFnQUVsRVFWUUtzc3pYcnU5Z1A2YmNFTVY3Znp6ZXZxK2pQM0h1eVRvQWVoay83NUVkNVZiWndSbEhxb25vNVltbmo0YU1JMlpQenRobWI0YU1EeUkzdlpiS1VwazlJWEdlazlYVlJILzIyYVVleGkrYVJkdTNzMmo3OWtzOURJbEVJcmt3TkZkRGFXcm5iWWJjQWY3eDRnWlU3UzRFejlwOGtYMWt3bFNRSkgrM3VQbnlpWUExVDRKSEVBeTlVd2kzN3Y1d1lqbHMrSlBJemozeEhjeDZVeXpOSFAySUtDcHpZcm5JdEFWeGJuQS9VVUU4T2tYY2ZLdmRST0diZ3grTFRDVExHM1JIcUZ4RkJtN3ZhZEIzdHNnOGJxMFhHVDhIUDZGZEVOQnJoYWg4ZkJrTXZVUGNITS8vVEhndmJ2dUhlVndBQWIzTldVd0s0MHEyNi85bm5jbHNFay92czhqVzFiaWJsL1VDOVA2VldITHJDTTlnSVlTT2VzaHhtN0owa1VHc2NvSFA1emh1RnpWS2VBdC9QQlVheWgyM1UycUVmK1NOam91N3R1Tk1KdGUzZDhMcHpvdVZYbmJvZFYzSFZleDQ4ZS9mV2kvRTljVFo0dCs2M01LL09YNmkrSGZOM3kyeTNmdk9oSjF2aXY0SDNTd21UUUlTb09RSXJGb2tZbVAvQnpEOUh6RGtkdEVtNjJkUkRDL0RXTnhWNHlrS0ZZVU9FTm4wc2VORUFjSG1hdGozUGh6NHlNa01SNFdJejE1WFE5SWNzWVRjb0JjeHRQVVY4YmxNbk40cUhyMm53OFNuWWVwZlJaYmhqdGNoN1Vlc0ptTTZ4c3VvQjJENFBiWnZQL05mTU9OMThWcmxJanlpVFlRa0M2SExFV0dEeGZQSSs0VE5qRDFhNnVESUYwSUkydlNTYmFha0pZdE93cnBuNEdRbmhZMVZybUo1dURNeGM4dnlydHZzZlU5TVJGMUp5TGlTY2RVUkdWY1hGU25tOW1RTXNQYXJQRnBiOU9qYm5NeG9PQXVTUndVdzRab0lNbzlVVTF2Vnl0UWJvdG44ZllISWtrV0l2MzJIK0xGemRRbVZaNFFvZVRxOWxycXFWcXQrd3VNOGllemx5WkVkNVdpZDlNbXRMaGY5MVZhMmNueDNwVlUyc1VxdFlOWnRzWGo2YU1qTHFIUFVCU0NFMjlyS1ZwdjkyMWNXYzNSbkJUVVYxc2VpRWtUbXNYK29xOVYyWjRKeFJMd25OUld0RG0wZUpCS0pSQ0tSU0M0WkhrSEN6dzZGRUNzclRvbnNLRXZjQThTTmFuVXVCTVNMbTlmOFhVSU1qWnNvN0FkMnZXMjl0TFRrQ0h3eUhmcGRKMjVBKzgwVm1WRURieElaVVM1RzcxN1RqZmloenlCakJaUWN4V244NCtHT1ZlWkNPVFg1NGtiMzhHZlFYR1AvbkxZVzg3TFZNWXZFemZ1di9nR2ZUamVMdFhYRlFndytXem9XaHVrOVhZak1YZEdabUp2Mmd4QnpIMHN6QzhpZFlYbFRiNCtLRFBqMnJndDNRMXVaZldINnVkd3c2TVYzQytOa1FIMkpXT1pkWTFIQXp5dGNURmprNzRGQk40a2wxcnZmRVpZZzQ1OFNTODNYL0U1TWpKaXlueHZLWVBuZElwTnY1QVBRWnpya2JoT2kwQTFmaUhnMlVWc0FXUnZFTXViY2JjNW45Q2sxSXE0Q2pVa3ZMYlZDYkRyd29SQytISEZxclJEQkJ0OHFNZ3AvOWFvb2tsaWRhMjd6OHgrZzlTd3lGMEZNT1BsR203ZERCM1llTTZZeGo3amY4Zkc2SWlFNnpmOVVYTXV1bVBtbWVIVEdmNFpldUxncU90aDFteXNSR1ZjeXJzNEhHVmRXT0Y4VjZqTG0zZWVPM3FWUUtENisxT000RjRhTUQyTE1qREErKzBlNlhVRXlNTXl0UFRzMWFaZy93Wkh1YlB0SmVKYjVCN3ZpNHFaaTE1b1N3bU05bUg1TERFMzFiV3o4TnArUlUwT0o3ZXZOZ2MxbDdQMzVUS2RqR0RVMWxPR1Rndm40YjJrME41NmRwY0Q4QnhNSUNMR3V6cWhRS2xDcEZlamJERTZMMk4vOE81UGFLdnNwOStObWhSUFYyNHNsLzg3azN1ZjdXNzJIcVRqWnljUFZuRHhVeGJ3SEV0bzljMFZEdVBQM1NadzhYRzIzTU55azZ5T0ppUFBrcXpjejJ2ZkZKbm96Ni9aWTYzNHVFYWFycHdBTUJrT1R0cTAxYWRHckkvSTZPNmZiZWZmZHU0QmZaUHhkU2NSNGVWSGIya3AxcSsza3lia3lJamlZd29ZR2loc3ZVejhsMHpKWmhRSU1oaVowdWlRV0xlb1I4V2RZeVYwWVpOeEpMa09zL3VPakNRTkppbXU1SkhGbmVEMzZMZ3pLbmhObmFqZHhnK3dlSUc3bzlEcVJtZVFYSXdxemRJVm5pQkNFWFgxRXRtN2xLVkg5dXZpUWJaRzBzMkhrL1NKNzUvUldJU0NmTFVHSmdNSWlzMHRoL04yOXdxd0RMaFVHUXhOdHVpVEZNMFhkRW1jOU5xNFVTbkR6TnhZRlZFRDhKTWpaVEpjV0kxNmhvaUk4d01SbmhKMUplWVlvMW1TWmRYZTI5THBhK0k3bWJvZmNIV2UvTk5uZEgwSUdDTEhMaEVMbHZFKzM1UHlRY1NYalNuTGg2ZWE0dXRqSXpOd2V5UGc1NFFTR21uMndObjFYYURmNzFCbVNodm5iRlArYWZuTU1BUHMzbHJKcmpSQW9pM01iK2ZhOUxPWS9sTUNDaDN2VHBqT3dhWGxodTcxQ1oyaGNoQzlYUjVzQ1o5aTVwaGdYVjNPV3d0QUp3UVNFdWJINSswSmFtcXgvMUZScUJSUG1STkRjMk1idWRkYkNhbU85anJuM3hoTWFKWHhXc2svVXRoZU9NMkV3d1ArOUpGTDhUVFlMcG0yQTBHamJRbXhSQ1Y1NGVLdlJ0clFSMzAvWUxaUVdObmFheVN1UlhJNjhObTRja3lNakNmLzRZM1NPdlB3QU41V0tGMGFPNUtPME5ESnJyTE9xN3V2Zm4rcVdGcFptaVlycisyNjRnZWYzN09HdkJ3NWMxTEZMSkJLSkJMUGxnV1VWOGFZSzQwMnlFNWlXb0xiVXdycW5MOXk0OW4xd2Z1ZVhuK3l3dzNFZEJvbmtnbU9LSzRQZUlwWU16aGZucTdkSW10bjY5d3MzcnV5TjVvS0g1MEpUbGJYZ0JGSndrblFmTXE0a2tpNlJZbTRQcEtsZVI3MjdGbTlmRjhMalBOQzRLSW52NThQVUc2SnMyaXBWSXJuNmxzY1RiZjV3cmFsc1pjbTdwOWk1cGhpVlNzSHRUeVhSMnR6R1YvOFNXYVNXemVQNmVUTmlVZ2p1bm1vS3N1clo5bE54dXhWQ1Y3aTRDVEYzME5pZ0xscEMrb0ZLbWhyTVAxakZwODBaZVVuRC9BbUw5YUNtb3BXQUVGZk81RGRSa3RkSVU0TU8vMkJYSnM2Tm9FMW5ZTlVYcDZtems0VjdlR3M1YnA0cWhvd1BScVd5VFRyM0MzTEYyMThEaUl4bGdPZytYdTNIN1NWd0RCa3ZQdE9vcWFIdCs5Wi9rOCtwWTJhUnlpQnZHQ1MvWUlZRkJmRlNTb3JkWTY4Y09NQ09raExjVkNwbXhzVHdaVVpHcDBJdWdMK3JLL2YyNzgvMG1CaEdMMXRHaTE0RWxscWg0TlV4WS9neEo2ZGR6SlZJSk4yQVFnMUtOMmhyQkN6K28xTjVnYjRGREQyNGtJVEtHOExuUTlrYWFIR2ltSWxFSXBGSUpCS0pSSElGSU1YY0hzaUJ6V1dBS0x3VkhpZXlhS3ZMV3ppODNiWVlRbGlNQjFHOXZVamRXMkhqVjl2YzFOYWVuQkEvd0FjM0R4V3R6VzBvbFFyYWRBYjhRMXhKSE9wUG40RytlUGxwcUsvUjB0cWk1OWp1Q3FlRlhBQTNkelVZWU1Ta1lJZHRsQ29GU3BXQ3JPTTFWbUt1SmVrSHE4aEtyU0UwMm9Qd0dBOVNwb1hpSCtKS2ZiVVdUeDhOclMxdHJQMDZqL3BxK3plZXVVWi8zVDZEL093ZVR4em14NEJSNWl6bDFtWTl2MW9ZMDc2OWM0MTFBYmpnU0hlaWUzdFJrdHZJZC84bi9NUWVmR2tBQUxjOW1ZaUhseHFsVW9GQ0FmZS9rTngrbnFuT3hnMi82WTNCQUdjS0d2bmh3MDU4ZENTU1M0aFdyNmU4cWNscW41K3JLM1BqNC9ra1hTeFpuUlViaTVkRzA3N2RHY1dOalR5NFpRdExwMC9ubFRGamVHS0g4UDY3T2lvS2YxZFg2clJhRmlTWWk4a2tCd1JZYlFQc1BYT0d2UHA2SkpJZWd5WUlmQWFjZno5NkxWVHRBSTAvNElSM1psZTAxWU8rR2J3SFF0UmRrUFlrTmtzUEkyNkNJWi9EMW9GUVp5ejZxZmFENlZXUS9peGtPWkd4RW5rN3hENEFCMitDNW9LekcyT3ZwNkJ5TzFUdkV0c2V2WVhBYkkrbVBOQmIySzY0aHNMZ2oySDNaQ25tU2lRU2lVUWlrVWdrUnFTWSt3dWhxcXlGZlJ0dEt5d09HUjlFVkc4dmp1d283M1RwZjdKUnhIVDFVSFBiazRsc1gxR0VwNCtHZ2FNRHlUNVJROXEzVlF5ZkZFSlVnaWZoc1o1NGVtdHMrc2c2WG1QWEU5ZkxUMFBGbVdhV3ZIUEs0ZnVQbVJIR2tQRkJ0RGJiRjNLOWZEWDRCYnNTR09wR1VJUWJZZEVlK0FTNFVGK2o1ZVRoYWdCNkQvVGwybnZpMGJicU9aUFhTTkhwQm5KUDFsRmU3RVNsWkFQc1dYZUdQZXNjKy85MnRGbVlNQ2ZDWWRzRG0wdlJ1Q2pwUHlJQXRZdVNvenZOUXJ0L2lCdjlSL2h6WkVjNWpmVTZXVGhOMHFNNVZsbkpYUnV0bHdzTkNBaGdibng4Ky9hZGlZa0EvSHp0dFE3N1daMlh4dzFyMXdLd0xDdUxwVmxaTEJvOG1COXpjdGhjVk1SREF3YWdOeGk0T3ltSnU1T1MycytibDVEQU5YRnhWbjM5ZXRNbThrNDUvajJSZERNUk44SFFyNjMzdFRWQS9Va29XZ3c1YjRHaGd4V1FRZzI5bm9Db3U4RWpIclNWY09aSFNIOU92TzVKWTIxSENUSDNRL0lic0RaQWlLUW1Bc2JEaU8vT2YzemFDbGdYQkJPUGdWdmsrZmVYK2dpY2ZnZjhSb3JyM1ZJRTJhK2ZmNzhkYWNvRHIyUklXUTg3VWtEbnBEK3EwaFhDcm9mRWwrRGdRdkVkR0w4Yk5JSDIyKytlRERXSElmR3ZrUDNhaFJ1L1JDS1JTQ1FTaVVSeUdTSEYzQ3VBa0NoM3d1TThxS3ZXb2dDS1RqZndxNFV4N045VXlzZXZwS0ZyMVROK2RqaFJDWjdvV3ZVTUdCVmdkYjZwV0ZocFFhT05tS3RTSy9BUGRpVW5yZk1iTzFjM2tZSFUwa0hNOWZiWGNQTmpmVkdwRmNiamVzb0tHa2svV0VWZVpqM0JFZTZFeDNxd1lWa0JlMzgrUTNDa083MEgrdEo3b0M5UnZiM1F0dXE3RkhOVmFnVTZyY2hhdm5wK0ZBbkpQalp0dm40cjAycmJ5MDlEWUpnYkZTWDIrMDdiTDd5RSt3enlvN2FxbGFNN3pYNXpzWW5lOUIvaFQ4Ymg2a3RlQUUwaU9WL0NQVHlZR1J2TFp5ZFBjcXpDL0QxM1ZhbjRhMG9LUDUwK3pkYWlJckk2K09NK3NuVXJ1WFYxN0NzdFpXaFFFTmZGeC9PSDNidjUyMEZ6RlZMRHd3L3psMzM3cEdmdUw0WEdIS2cvSVlSYTkyandIUXErd3lEMEd0Z3pUU3paQjBBQnc1WUlFYS8rQkJSK0tkckZQQUQrNDJISGFKRlIyaVBHYWh4djZEWFE1OCtpalQzS040ak1Wa2Y0ajRPQi80V01QMEZKSjZLdnFXTHk4WWRCNVdHL2pjb1RCbjBJRlpzaDcvMU9QeWJWeHRqSi94K0V6SWFrVjZCeUcxVHY3Znk4czZWeUMreWRCV00ydzREMzRQQ3R6cDJuYjRHOU15QmxIUXovVm1UMkF1UytCeVhMemUxY1EySElGK0sxMmd2aWZnT0ZYMENyN1lva2lRUjNmNGdjS2FxUmQvUWFEQnNFZ1gwaGRablk5ZzZIdW1MYlBpUVNpUzFKY3lGN0E3UjIrRC9hTzF4VXRzL1pBbzFsMXNXbEpCSko1OGk0a2x3a3BKaDd1YU9BaWRkRVVGWFdRc0dwZW1JVHZkbXdySUQ2R2kyTjlUcDByWHBTcG9VeWNFd2cremVWc20rRGRmYXZVZ25YM2RjTGQwKzFYV0V5cXBjWEtyV0NrdHpPcTlHN3VLblF0dWh0ZkducnFyUnNYMUZFWTcyT3l0SVdtMEp2Q2NrK2hFU1pNMmJMQ3Bzb0syeGkxNW9Td21JOXFPcENMSTN1N1lXN3A1cm1SbkVEclZJcktDdHFadjhtOFVQcEgrekcrRG5oN2RZSUp1cXJ0U3o5enlrR3BnUVNGTzdXc2R0MnZQdzBEZ1ZmeVpYTmdvUUVsazZmenFzSEQvTEJpUk84Tm5Zc2t5TWowU2lWYkNvczVKRnQyemhkVjJlMy9WdEhqL0xxbURITWlJbkIyOFdGNHhVVi9PM0FBYjdMc2Jick9IN1RUU1FIQk9EMXdRYzhNV1FJdis3WGoyQjNkL2FWbHZMb3RtMGNyYWhnVkVnSXI0d2V6YWpRVUxSNlBUK2RQczJqMjdaUjArcGNVY1VIazVQUktKV3N6OC9uaTR5TTl2MUpmbjc4TlNXRnJ6TXorVG96MCthOE0wMU5QTFZ6SndBSnZyNmtWbGJ5MXRHajUzSXBKVDJGTXovQ2lVWG1iZS9CTUdvRkJFeUEySWNnNTE5aWYrUnRRc2c5OHlNY21BOEdIYUNFNFVzZ2JEN0VQd2FuWHU0WlkvVk1ndEhyd1MxS1pKKzJsb0dMSGN1Z3RqcXpSWUU5UXE4VHp3V2ZROU5wNThibmlJaGJ4UE9wbDZIODU2NzdNbkhzWVFpOEdvWitDWnY3UTk4WHdidS8rR3dBeVcrQnp2aWJvekN1dm9tNkhmeEhpOWNaTDBMdEljZjlWKzhTdGd6OVh4ZENhOWxxNThhbHE0VzlzMkg0TW1nd0ZxcHF5QkNmelNVRWRQWGdHdUw4NTVSSWh0NEpZeDZEVDJmWUZqL3JNeE5HUFFScDM0TnZETnkxRm80dWhpMHZtd3ZxU0NRU1c2Skh3K3kzWU1QemNQaHo2Mk9CZldIR2E3RHNOc2l2Z3B1V1FWMGhyUDRkMUJaZW12RktKTDhFWkZ4SkxpSlN6TDNNNlQ4aWdPQklkOVovazA5b3REa0xhTS82TTZqVUNpYlBpeVJwbUQ4SE5wZHhPcjNPK21RRlhEMC9tcEJJRDM3NkpJYzJuVzNobytTVUFBd0d5RDVSWTNQTUVqY1BsVjJMaHBnK1hqUTN0YUZVS1FnS2Q3TVJUdjJDWE5HNHFPaGxKNXNXd01OTGZJV0xjeHRwcXJlMk14ajlxMUFTaC9uVFdLZWp2TmpzQ2RyVW9LTWdxd0VBYmF1ZHFtZEdxc3M2RjRvRFFsM3g4RkpUVnRUVWFUdkpsVTJrbHhlNzU4OG5vN3FhbjA2ZlptSkVCSFBpNHVqajU4ZWd4WXRwMVZ0L0I0UGMzZG16WUFFTldpMXI4dktJOHZKaVVtUWt5MmZPNUk2ZmYrWnpDMEhWeERzVEp6SXhJb0t0UlVVTURRN21xb2dJTnN5ZHk4SzFhMWs1Wnc0SFNrdjVJU2VIYWRIUjNKR1lpSitMQzNOWGR5M0VlS2pWUERSQStJUU9ETFJlRmgzdkkyTHlkSzA1S3ovUno4L0tNbUYxYmk0bnE2dVpHaFhGanVKaVhoODN6dVk5cm8yUEo4ckx5MmIvdThlT2NhenlJaTdIbDV3L2RVY2cvUTh3NUZNSW5Xc1dTT04rQ3hqZ3hPTkdJUmRBRDJtL0YySnUxSjBYWDh4MWRxd3VRY0lLSVBORnlIb054dTIyTCthYVVIa0tRYmdqSVRPaHBSaThrc1NqSS9wV3FPaFEvZGdqd1N5cVdoSjlEelFYUVhPaEVKc2QwVkprYlhmUWVnYU9QUUJOK2FLb21hRk5YSC9UTEtwcEd3RGpES1pCYjdIUGlXS2V1ZTlDdjc5RC96ZGd5enJBeVFyTTJncGhvZENScTdQaDVCK2g1SHZuK3BGSTFHNHc1SFpJLzhsV3lBV3pZS3ZVUUZVMi9QZ3d6SG9Eb2xQZ201c3RxcUpMSkJJclJqNEF0UVZpOHFNamxuR2wxOEh5dTJIdWYrSDJWZkQ5cjZGd2YvZU9WU0w1cFNEalNuSVJrV0x1WlU1NG5BZTU2WFdjT2xaakplWXFsSEQ5ZmIwSUNIVmo4L2VGRkdiVnMvRFJ2bVFlcVdicmo0V29OVXFtM2hoTlRGOXZ0dnhRU0dGMmcwM2ZFWEdleENaNmszT2l0bE8vWGdBM1QxVjdkcXdsbzJlRTRlM3JZdmNjdFVZVVRRT1lmbk1NcmMyT2hkZDFpL1BJUDFWdmZDODFrUWx1WURCd2VIczVReWNHYzN5MytZOTNsVWFCcDQrNnZlMjUwbnVnS0xSMk90MUo3MERKRmNsdGZmdnltNjFiK2M5eGtkWG5vOUd3OTRZYlNQVHpZM3BNREQrZHRzN2l1NmRmUDE0N2RJaG5kdTFxcnp0L2ZYdzh5MmZPNUswSkUvZzJPNXRHblhVc0pmbjdNMmp4WWhwME90UUtCYXZtekdGYWREU3JyN21HTnc0ZjV0bmR1d0ZobVpCNTY2MWNFeDlQdUljSHhZMGlvLzdhdURnQzNNd1RLWkdlbmdBOGtKeE1nSnNidTBwS0dCVmluVGszSkNnSWdFd0xlNFVCQVFHOE1ISWtBSjRhRGVYTnpXVFUxQkRtWVg4NStRL0dUR043eDExVkY2QTRsT1RpWThya05QbS9hZ0tFZjJ2ZGNXak10bTdibUMweU16MFR3VFdzK3d0YWRSd3JRTTErV0IrTzA2S2tXelNNNm1RaXhORXhrMWV1SmFNM2dIdXM0NzZ1T3RINVdBN2ZMakprTFNsZVluNmQ4Yng0anJ3ZGhud0dxWTlEZmFyWVp5cUFWdmlsY3dYUVRQaVBFd0swVnhKRTN5bnNIVG9qOG5ZaGx1ZC82UHg3U0NTZE1lUjJjUFdCSFE2OG9iWEdsV0pxRjlBMVFkWjYrT3A2R0NpRlhJbkVJYUVESVg0eXJQbWRLTlRaa2ZhNGNoWFBsYWZneSt0aDRqTlFZYnM2U3lLUklPTktjdEdSWW00UFJhR0FoR1JmQUh3Q1hNNTVLZi9SSGVYVTJ4RmFEWHBJM1Z0SmVVa3paWVVpcy9TSGo3S1pmVWNjL3NHdWVQbHFjSEZYc1c1eEh0bXB0bUtscTd1S3ErZEhvVzh6c0dkOTE5NHVYajRhU3ZKdHJSaVcvTnUyeUZGUXVCc0RSd2NTM2NlYnBnWWRYcjRhR3VxMHREYnBPYlMxakx6TU9nd09Fb2o4Z2wwSkRuZWp0bHJMdXE5ekNZdjFSS0dBd215elIwMXNYMi91K0gwbjJVNGRDSW4yNE83bitnRkNCQWR3OTFRemNFd2doZGtOWFFyWmtpdWJBMlZsN1VJdVFLMVd5NGNuVHZEUHNXTVpHaFJrSSthZXJLcmkyZDI3c1p5NitDNG5oMVc1dWN5S2pXVktWSlROT1gvZXU1Y0dvOENyTXhoNFB6V1ZhZEhSMUxTMDhPSytmZTN0aWhzYldaZWZ6L1c5ZWpFZ0lLQmR6SDFwMUNnR0JBYlNiT3hEYWZRZDJWUll5S0d5TWpLcXEvbm51SEY0cU5YdFF2TFlzREF5cXFzcGJ6Yi9ObjJibmMyMzJka0V1YmxSZHM4OUFHajFlcTV6SWd0WThndkZ4Wml4clJXRkt2SHFEeWlnOXBqOTl2WHBRc3oxNk4zOVltN0hzWUoxa2JPekllMHBLRjdtWE52K3IwSGdKUHZIQ2o2QmswYlJOZlJhR1BBdWJJeXo5Z0h0ODBkeC91NnBZdHMxRE1hYjR4cS9NZUNWYU40dVh0YkJrN2lEajlENUVIYWR5UHF0T3dHOW40UDhUK2xVQ0E4WUw0cktlU1ZDMnRPQTQwbFppYVJMWEx4ZzFJTnc5R3Vvem9YUUFkQllDWFZGNWpaYTQyb3A5d0J3RHhTZWhONFIwRklEdi9vN0ZPeUJFeGVnbUtGRWNqa3gva2tvVDRmVTVlQVpERDVSVUd4aHUyT0tLeGR2Y2N3N1hEeHE4bURzRTZCdGdHMy91RFJqbDBoNktqS3VKQmNaS2ViMlFKUkttSHBqTkFuSnZwUVdOREY1WGhSdDJqenlNbTBMeHBTWE5KTjJvQXFkQTd1QXNpTEhONnBwQjZyYVg2dGRsQVNFdXRGVXJ5TXMxb09jdEZxMnJ5eW12dHAyRmtuanFtVFc3YkY0KzJ2WXZiYUVxaTdzQ01KaVBIQjFWMUYxeG40N2hSSkNvenlJNmV0TnIvNCthRnlWSE45ZHdmWlZ4UXkvS3BqNC9qNHNmZWNVU2NQOEdUc3pqTW56SThsT3JhVWdxNTZpbkFZcis0YnFzaFoycmlraC9XQVZiVzBHWnQwZVIxNUdIYlZWMnZiamg3ZVhjM1NuZFZHVnhqb2RucjVpdVd0SG5iaXVxcFZEVzh2YXQwc0xteGcvSnh3WEZ5Vzcxc2lpR3BMTzJYdkdkcklqMjJoTjRPZnFhbk5zYTFFUmJYWm1LL2FjT2NPczJGajYrdm5aSER0VVZtYTFuVmN2ZmlzT2w1ZlQzR1l0dEJRMmlDeDdieGZyalBqdnM3TlpzSFl0QUFrK1Bud3pmVG9iQ3dyWVZGakl3TUJBWEpSS1pzWEdzaXdyQ3plVmlva1JFU3pOeW5MNHVUdHlmWHc4LzU0NHNjdDI5Mi9heEtxOFBLZjdsVnhpSW00V3p4V2J4Yk5iaEhodWRUREoxMkwwWmRmNFg5eHgyYVBqV00rSDFuSmJiOXd4bTZISzZDdHJpYTZUWW0rNkJtZ3VFSysxUmx1UjVrSUw2d1BqK1hxZHVWMUhvdThVeGVWTVZHeUdKb3YzTk0xQ09tT2owQmtLRjNFTlMxZEIza2N3OGtlSXZBVUtQM2Q4enJFSGhXRGU2MGx3RFlmRHQ1M2ZHQ1JYTnFNZkZjdFJkNzRwdnRjejN4UVpUVWUrQUo5b2NSTWNaSnpZdUdlVCtUeTlWaFNWcVN1R001MTRYMHNrVnlMeGt5SHVLbGg2QzJDQXNZL0R3SVd3N1ZYd0RCR1RJWDdHVlNRei9tbHhvZ0VheTZHMkNFcGtUUVNKeEFvWlY1SnVRSXE1UFpDcnJvc2tZWUF2VzM4cUltMS9GVE52aTJYMm5YR1VGalJSa0ZWUFE2MFduYzZBUVc5QTMyWWdQN09lNkQ3ZXFOUUsxQnBsK3pQQXdTMWxEdC9ITDhpRmlIZ3ZJbnQ1RXBmb2pWS2xJUHRFTFJ1WEYxQmFZTjhIMWlmQWhSbTN4QkFZNWtiNndTb09iYk1XUmNmTkNzZmJUME5Eclk3VzFqYlVhaVdKUS8wd0dPRFVjV3RmWFJkWEpkTVdSaE1STC93eVQ2ZlhzbXR0aWNpODdhQk5Hd3hDZkU0N1VFVkV2Q2Q5aC9oeDFkeEkzRHhVTk5UcTJQaHRmcnNQN3BFZDVhQ0FXYmZHNHU2bFp0OUdjMUUzeTljb1lQRFlJTFF0YmVoMEJub1BFcG5RelExbThhdXhYa3RwUVpPVjhEMW1laGk5Qi9weWJGZEZwMks1UkFKUWE2ZlFXR09IREZoTHlwcnRmNmRNbWJjdVNxWE5zVHF0OWFTTDF1akRhKys5VzR6aXJyMzNOcEZWVzh1SXBVdmJ0NDlXVkpCVlU4TzkvZnF4TEN1TGErTGk4SEZ4WWRsWmlMbWVHZzJSbnA0OHUzczMxUzIyRXp1QmJtNzhOU1VGRDQwZEQxRkp6MExwQmg2OVJDR3htUHVGaFVET0crS1l5bWlaMGViZ3Q5R1VDYXUwbmNpNEtIUTIxZ3VOWnhJME9SQmN6NGJBcTdIS1lIV1A2Yno5OGQ5QzZpSlJkRzdvVjJLZjkyQndDeGV2ZlFhTFovOXg1cjVVbnNZeDk0WGdHZWEreXRiaE1IczI0Z2JoTVp6L0NaU3VnTHBVa1oxYitCV09zM01Oa1BvWXREVkN4VFk3eHhVNFhHb2prVmdTa2d6RDc0Rk5MMEZURlNUZkFJRjk0S2Zmd0pCYlJXWlRYUkZVWklCdk5HejlHeFRzRjhWazZrczU3OGtNaWVSeVJPTUJVMStDakZXUXR4UDg0bURBalhEa0szRDFoZGdKSXE3T0hCY3hlR0k1SEY4aWhLYTZZdnRMeHlXU0t4MFpWNUp1UW9xNVBaRHk0bWFPN2FvZ2RZL0kwbG41NlduNkRQS2w3MUIvRW9mNjQrNmx4bzZlWTBQbVVjZEZ5VFF1U3E2N3R4ZEtsWUtpbkFhMnJTZ21KNjJXbHFiT2ZRTi90VENhd0RBM2p1d29aK2RxMnlXeWVyMkJXS013YktLK1JzdjJsY1h0ZGc0bVdsdjBITmhTeHZHOWxSU2NxcmRiWU0wZVJUa05GT1Uwc1BuN1FrSWkzZkVKY0drWGNrMm9WQW84ZkRUc1dsUGlVSmpHQU1takF2QU5GQm1LK2pZRHgzWlYwTlJnem9nNnNMbURHSzRRL3IrbjArcllzVXBtNVVvdVBJNjhZcU9OUmNKS215NU53YjMzVTFONWRleFlSb2VHOHZ1aFF5bW9yMmZkT1dUUWZuSHlKQVVOdGg3Y2NkN2UvRFVsNVVJTVZYS3hpSDlNUEN4cExvRDkxNXN0RTB3WnBRb0hmMTRvalJuaGJiYTJPeGNVWjhaNm9WR3FyVE5xejVVUnl6djA2d0wxdG9VUDJ6SG94TVB5ai8vZXowTEVRdXQyZ3o2d1BUZjZidkV3c2RyZGdmV0VBaEtlaGRZeUtGMEpHQ0RyRlJqeWhUaS9LMC9janRuS0psUnV3clpCSXVtS0FUZUlHQnYxRUl4ZEpIeHpjN2REeGtyeE1CRStGSHBOZ1pMalVIencwbzFYSXZrbEVEZFJaTFZyUE9DaGZXSlNwS1VHdHY4VFdtckZzNG4rMTBGTkFlVHZ2blRqbFVoK0NjaTRrblFUVXN6dGdhVHVyY1RRSVZNbDgyaU5mWEZXWVhURFV3QUdZOTZCQTAxMHg2cmlkZ0ZTMjZwbjhkdVpWaFlGenJCMmNSNUJZZTdrcE5rdityVnJUUW03MXBTZ1ZDbFFxeFhvOVFaMFdzY2liVWx1NXpmMHU5ZWRZZmM2Qjh0MURWQmEwR1JYckczVEdmanhmOW1kRmswRCtPcE5jWU9zVklteGRwbTRZWUJOeXd0UktoMG5FK1dlck9POVA4cGxmSkp6WTNod3NNMCtsVUxCbkZpeEZHZVBIZHVHaTRHbldrMkFteHY1UnN1RzkxTlRlV0xJRUg2Y05ZdGdkM2Z1MjdSSnVsOWVhVFFYUXVNcDRlZmFVaXFXOHhkOERucUwzM0d0Y1JXRFM0RDlQbHlNUmNBYzJUQjA1MWd2S0VwaEhXSHB4M3V1clBXekZvWDd2V2FkUGVzTVIrOFRHYnNnUk56QXEyQ1RoYSt1eGdjbVowSG1YeURuYmZOK1J4N0MwWGVEZDdMSUFEYUpyNFZmUThMVGtQZ1hLRjRLT3NjVHlMakZpSDhUeXd4ZXRRK2dCSjBzSWlweGdoUEx4ZExUcG1wSXVoYkNCc1BQZjdCdDEyZ3NjdVp1dEhMeERCRkxXZHNmTWJEcWNXeVdnRWtrVnlMNXUySFhXeUxiUFNnUkJ0ME02NTRSZ2xOSEdpdk5jZVhxWXhGVGNTS3VEbjRNWlduZE8zNkpwQ2NpNDByU1RVZ3h0d2VpYnp1THBXQmRDTGlkY2JaQ0xrQmRsWmE2cXE2emFQUnRCbHJQNW5OY0JMb1NjaTA1cTJzTzZPVTlnT1FpTVRreWtydVRrdmc0UGIxOTMrK0hEaVhCMTVlZEpTVWNyNnk4cU8rdlVpaTRLeW1KdjZTazhPNnhZN3g4NEFBZ0NyZTllK3dZZjBsSm9hQytuditsbmRzZkZuY2xKVkZ0eC80aHdJNS9zS1NIVWJ3TVRpenF2STBwZzlTcm4vM2pua2xDWUsxUHQzLzhRdUhNV0M4azNnTUFwYTJQN3FXaXJVNDhGQm9JR0FkVk8wRnJZWXRrRW92YkdxMzMyOE1sR0pKZUZmOW11ZTlhSE5ERGlTY2haUzMwK3ljY3U5OXhILzMvS2E3UmxnSG1mWjU5eEhPelhPVWljWUtTbytJUmxBaFgveGwydkNHS29LRUEzNThjQ0xBQUFDQUFTVVJCVkNqenpXOVFYOUYreWdzdzh6VlF1NHZ0dGhhb3lZZnFQTkI0UW12ZEpmc29Fa21Qb2JsYWVGQ3IzZURPdFhCNkM2UjlMNDU1QklOL25GbGMwbmhBdjdtUWRBMjRHZXMzR1BSaXVYaDFuam5XSkpJckhSbFhrbTVDaXJrU2lVVFNnOWhhVk1UN2t5WnhiLy8rcEZWVk1UQXdrRkVoSVZTMnRIRGZwazFkZDNBT0tCUUtGQW9GQzN2MzVvV1JJMG55OTJkTFVSR3JjblBiMjl5Wm1NZ2ZSNHlnU2FjanlzdUxqNmRNNGFFdFc5cjlmeTJKOEJSK25QWmNlUjlJVHJaYjRFM3RqSGVNcE9mVGVFcGtZUHFORkNKZ3E0VlZqWHNzZVBlSGlpM1FabXUxZ2NwYmVPbHFLM0hvMjlwVENidGVQTmRlZ0dJVjBmZFladzE2RHp6M3ZxTHVBSmNRbzYvdHVhQ0FJWitKak9yRHQ5dmFTSlN2ZzVMbEVITWZsSzJHa3Uvc2R4TXdFZXFPQVFaUnpNMmdGL3NBNm80YjdSYmFwSCt1cEhOVUxqRHJUU2hMaDMxRzJ4QlhiN2pYNk1lc2JSUlZ3SFZOMEZBR085NkU2dE5tMGJleERIU2RGKzJWU0s1SUpqMFBIZ0d3NUdienZocytoNkFrWWVGVFd3aHRyYUxnNEs2M3pYSFZVQVl1bnNMblV5S1JXQ1BqU25LUmtXS3VSQ0tSOUNCMmxaVHc0cjU5dkRKbURMZjI3VXU5VnN2WG1aazh2MmNQV2JVWGZqbXl1MHBGZ284UEF3TURtZGVyRjhjcks1bXpjaVVyalVKdXJKY1gvNW93Z2V2aTQwbXRyR1RXaWhVOE1tZ1FUdzRad3VqUVVKN1lzYU85TGNEWXNEQittRFdMdEtvcW5oazJqQzFGUldUWDFySW1MNDh4MzM3THdiSXlXdTJrdHJzcWxRd05EaWFqK2dJc1U1ZGNRZ3pDUDdYUG4wVzI1cEc3eFQ2VXdpNEFCZVM4WmYvVWxMVWlvM2Q5U005ZEFtMW9oY1lzYTJzQXQwam85Ymg0UGZJbnlQOElzdDh3WitrMlprSDFmdWZmSSs1UjYyMjNNR2crQjU5Zmo5N2ltamRraWt6bGM2SGZQNFhGdytsM29XeU4vVGJISGhiQzdPQlBvU0ViNm81WUgvZE1CTmN3eURKNnhQMGNCcWpncXFQQ3NzRjNPSlN0Z2xYR1AwbmRvczV0ckpMTG55bC9BZjhFVVIwOGZEQUU5aFdUQTEvTmc5cDhjUU1NTU85amtlRjAxRGlKNFJFRXQzd24yaXk1NWRLTlh5THBpZlM3RGdiZkNodWVGM0VUT1JMOFkySGxZMktDcExaUS9KODg4Z0dZOEhzNCtyV1lNRkVvWWU0SEVERU1QcDRpbHBSTEpCS0JqQ3RKTnlERlhJbEVJcmtJTE12S1F2R2YvOWc5dGlZdnorRXhnSTJGaGFRczYxcDhHYkI0c2QzOWg4dkxIZmIvNU02ZFBMbHpaL3Yyd2o1OThOUm9LR3hvNFBrOWUvZzBQUjA5b3VEYUU0TUg4OUNBQWJpb1ZNSXpkOGNPR25VNm50cTVrLzJscGJ4MzFWV3NtRDJiQTJWbHZIUHNHRG0xdGF5NTVoclc1K2N6ZjgwYXZwMHhnOVNiYithbjA2ZlpYMXBLWlhNemlYNSthUFY2ZEhvOU9tTVdua2FweEVXcHhFV2xZa2hRRUM1S0pUOFhGSENpU3Y0Qjg0c2s2NThpVXpYcVRwRlZXbnNRL0VhQjl5QW8vQUxPZkc5N2p0Sk5pSHJGUzNwMlFhekdiTmpVMjd6dEZnTXBxNFgvNitFN3dXY2d4RDRrSGtWTElPc2Z3cGYyYk5nMjVOdzhjNzJUeGJQU0ZUejd3cGl0b0hLSFE3ZWMyelh0K3hMMCtoMlVyZXZjc3FMMURCeStBMGF0RUlMODNobFFlOWg4UEhpYWVDNWZaOTdYK3hudzZnK1YyOFI1cC84TmFiOEhmWXZJN0Y3akxTd2dQSHFkL2JnbGx5ZmhRMkhnUXNBQU4zOHI5aG5hWVArSGtOcmgvOHZpdzVEeXNGaWU2dW9GOHo0Qk4xLzQ4Y0Z1SDdaRTByTlJ3SzllRVMrbnZFVDdtcXJpZ3lKVDBKTGl3NkJRUWNSUUtOZ0wwLzhCQ1ZPRUY2Z1VuQ1FTQzJSY1Nib0hLZVpLSkJMSkZjeW42ZWxFZW5yeTN2SGpWTGFJNWFlZWFqWGI1ODBqeHN1TFBXZk9zR2o3ZG5aM0tMejJ6YWxUYkNvczVPV1VGTzVLU2tJSkZOVFhrMWxkemEzcjE2UFY2NW03YWhYMzlPdkg3WW1KUERGNE1BRnVibWljc0ZNd0FIR2ZmWFlSUHEya1cyaHJnSjFYUWRMTEVEWlBpSXlOV1hEaWNldGlXNWI0amdDbGkrTmwrajBOdGE4UWJIcy9DMnB2T1BFRUZINEdoY0NwdjR2Q1lIRy9nY2hib09SYk9QazgxRi9FQWhhOW5vSytMNEMrU1JROE8zQ0RLRXBXOUEzVTJNc0sxa05UcnYyaVpVcDNHUGllRU9QclV1SGdqYmIyQ2gwcFd3MG5ub0wrcjhQWTdlSjY1SDBvM2lkc1BqUVhDVHNGZ0pnSFJkRzBzald3ZHhaRTNnNkQzaGZadlFkdUVGWWRiZlhHc1dqRXM3UmZrRlJtd1ludm9QSVVWSnlDcWl5b3loVkxWVHVTc3dYR1BnNGo3eGNDc01ZRHZyMExLakpCcVJiWnZCS0pCRERBa2E5QTJ3U1ZtVkNaTFdKTmE2ZFlhTkZCVWNBcCtRWVkvUWhFallJTmY0Smozd2dmYXEwZCt5U0o1SXBFeHBXa2U1Qmlya1Fpa1Z6QkdLQzl5Sm1KQnAyTzYxYXRJc3pEZzlWNWVRN1BMVzFxNHI3Tm0zbGgzejRLRzhRZkcrT1hMNmRPcTIzdis2TzBORDZ5S0phbWdQWXNYQmVqc0dzQTlBWURCc0JnTUtBSDZyVTlPRHZ6U3FOb3NYaWNEYnBxT1A0YjhYQ0dnSEZDaUN4MXNKVGZXYzVsckpac0hlRDRtQ1lBQWlkRCtId0l2UlpVbnRDWUF3Y1dRUGw2Y3p0dEJhVC9IckpmRndKcnpMMFFlaDBVZkFZWkwwQ3pSVXpGM2cvUmQ0blhDdU9mWk5NN1dJMG9YVVRXeGd5andOblJqYnJYazlEdkg1RDNmM0Q2SFJpekNTYWxpY3hnM3lIZ0VTY0VMNE1XOUswaW0xR3BnYlNuUk4vUjk0RENSV1QwRmkrRjBUOEx1NHZ5bjRXNGFrL3d0VWZPRzZMZnBGZGc0UHVnOFlmOC8wSEFCSkdScmZZVlltLzByNkZ5cStnYmd4REI2MDhJaTRveFcwUm1iL2dOWWxJZzhHclJkM09SYzJPUVhMNjAxTUxxeDIzM3UzaUpHMmFEUlZIZk04ZEVBWnF4andzQjk1dWJoSmR1ekZpWS9UWXN2UTNLTDNJUlJvbmtsOEptTzZ0SGxCcmhVVzBwSk9tMVVMQUgrbDh2NG5INVBhS3drMUlERCsyRkRTOUE2dEx1RzdkRTBwT1JjU1hwQnFTWUs1RklKQkliRHBWM1VlSGVBcE9RQzFEYmhRaHJBRnIwZWxycytPWktybUQ4eDRubC9IbzdXUXM5Z2NnN1lNakhnREd6dkhvUDVQNFhDcjkwYkdIUWVnYU9QeVE4Z3BQZmhPaTdnVFk0ZXArNVRkbDZJY0tlRFM2Qk1PaEQ4N2EyQmtwWHdMR0hSUDlia2tXbWJzaE1pTHBkaU03TzBKZ05wOStDTXl1Z1loT2tQdFoxUm01SHNsNkZoZ3lSYlp2OUJyakhRYzBCSVF6SFB5cXVRYzYvaEtXQzVYV3IyUS9iVThBakhyUlYwUHM1SVdDM05ZcnIxNWg1ZHVPUVhMNzRSa1BrQ0lnWUxoNUJpZkNmWVVLOEJlZzFCU1krWTY0S3Z2MmZRc2dGQ0VnUS9ybE5GWmRtN0JKSlQ4WGQzeHhUa1NNZ2RCQ3NlZ3d5alJPc1FZa2lydUluaSszVVpVSndBdUVEcXZHRU5sbGNVQ0t4UXNhVjVDSWp4VnlKUkNLUlNDU1hsdjNYWHVvUmRFN2hsK0EvQnVwVG9YU1ZFRDZkcFNFZDlzNkVrRGtpSTlYRXhnU01lZWxuUDU3OGo4eXZDejZCb3E4QlkyWmlTd21rL1U0OFRDZzA0bUhLOG0zSFlIN1d0NHFYNlU5YjdEOEhTcjR6MjJVMFpzS09GRUFGQ2dXVS9BQjFSKzJmMTV4bnpscGVwVVlJNTNMU1IySmt5QjB3NWhId0NCYmJOZmxRc0JzT2ZDaVdydmFaQWNQdkZUZk1aU2RnK2QxdzlaK0ZYMkZabW1nZjNBL3Fpc3lGMGlTU0s1MklZVERqTmZBMytwTTNWWWtzd1cxL0Y4L2hRMkhvWFpCMERUUlZ3czkvZ0tnVUdIb25uTjRHT1pzZ3VMODR0L2pRcGZzY0VrbFBRc2FWcEp1UVlxNUVJcEgwQURvcm1DYVJTQzQxYlNMTDlud29YV0hiNTRYQW9JVzJMbXhKRENhYkJXY3lueStHUDIyYjZOYVJrR3NYS2VSS0xLakpnK3lOa0w5YlBPcUt4ZjZSRDhLOTI4QXJWQWkyYTM4UHg1Y0NCdmp4RE56MERkejZQWnhjS1pheHBpNi9wQjlESXVsUlZPZEQyVWs0OUttSXEvS1RZbit2S2JEZ0N3aEpGa3UvOS80SDlyd25sb2VuL1FpQmZlQzYvNFBVYnlGNnRQQURyY20vdEo5Rkl1a3B5TGlTZEJOU3pKVklKQktKUkNLUlNDUTlsNXpONHRHUjVpcW95b1lOejhPcDlWaE5ScFNkZ0MrdmgwbC9oQUUzaWh2alhXOTEyNUFsa2g1UFl4bjhaR2Vpc2lZZkZFcFJpQ2wxbVhYaHB0WTYrR2FoV0I2ZU9BZDB6YkR5c2U0YnMwVFMwNUZ4SmVrbXBKZ3JrVWdrRW9sRUlwRklmbmtjKzBZOEhGRjVDcGJmMVgzamtVZ3VCeW95NExPWmpvKzMxTUw2NThSRElwRTRoNHdyeVFWR2Vha0hJSkZJSkJLSlJDS1JTQ1FTaVVRaWtVZ2trcTZSWXE1RUlwRklKQkpKZDZEeWhNQkpvUGE3MUNPUlNDUVNpVVFpa1Vna3YxQ2ttQ3VSU0NRU2lVUnlydmlsUU15RHpyWDFpSWZSbThCM0tNUXZnckFGRjNkc0VvbEVJcEZJSkJLSjVMSkRpcmtTaVVRaWtVZ2s1MHJjb3pEd1BZaHpvbENGd1ZpY3lhQUQ5emdZdmhRU1h3WVVGM1dJRW9sRUlwRklKQktKNVBKQkZrQ1RTQ1FTaVVRaU9WZU8zZ1B1a1pEOEwyaHJnUHdQTzJsc0ZITlJ3SWxGb24zNGZNaCtIYlNWM1RGYWlVUWlrVWdrRW9sRThndEhpcmtTaVVRaWtVZ2s1NHErQmZaZkQrUDNRdDgvUS9FU2lMckRmbHVYVVBFY05nOThCa0ZMTWVSL0F1RUxJTytEN2h1elJDS1JTQ1FTaVVRaStjVWl4VnlKUkNLUlNDU1M4MEZiQlh2bmdLNE9kQTNRN3pVSERZMTJDbkVQZzBGdjN0MVdMOFZjaVVRaWtVZ2tFb2xFNGhSU3pKVklKQktKUkNJNVh4cE9tbCt2ZHJQZnhqVUNwaGJDdnJsUXRycDd4aVdSU0NRU2lVUWlrVWd1SzZTWUs1RkkvcCs5KzQ1djRyNy9PUDdTOU40YjJ4aGpwczB5eTBDQU1BTWtRQUloZTgrbUdRMXRScE5tTkwrc0prMmFaalZwMHN3MmUwRElnakJDQUJQMjNnWmp3Qk1QdktjczZmZkhWN0lrUy9JQVowQSt6OGRERDBsM3A5UEo2SXp2ZlovN2ZJVVFRcHlNRVY5QnhFVDF1S2tVdnUvUjl2TG1Hbld2OC90cHQwc0lJWVFRUWdoeHh0TCswaHNnaEJCQ0NIRmF5bmtKZHQ4T1phdEFIOWorOHMwMVlEV0RQdVNuM3pZaGhCQkNDQ0hFR1VrcWM0VVFRZ2doVGticFVuVWYyQS9DTXRSalF3Uk1QdXA1K2V5blZYOWRZOFRQczMxQ0NDR0VFRUtJTTQ2RXVVSUlJWVFRWGNWY0Ezdm1xOGRob3lEeEJ0anpCekRYUTlVMmlMc0lmT0orMlcwVVFnZ2hoQkJDbkxZa3pCVkNDQ0dFNkNxV1JzaDl3L2E0UVlXNWVmK0Q1Z28xcmY0WStMZlRXMWNJSVlRUVFnZ2h2SkNldVVJSUlZUVFYVVdqQjBPWTkvbTFCMVZiQmlHRUVFSUlJWVE0Q1JMbUNpR0VFRUowQ1IwTWVRL0N6dksrU05WT0NPZ0x1Z0QxWEdOQS9od1RRZ2doaEJCQ2RKUWNQUWdoaEJCQ25ESXRwUDhQNHVhQnVkYjdZdVhyUUtPRDhQSHFlZGdvbUZvSS9pay96MllLSVlRUVFnZ2hUbXZTTTFjSUlZUVE0bFFZSTFWcmhiaDVzUFZTS0Z0cG0yRTdaeDU3UHZnblEyQWFiTDBJNm5LZzI4VlFzaGlNTVdDTUJsUDVMN2I1UWdnaGhCQkNpTk9IaExsQ0NDR0VFQ2RMSHd5eGM5UmdaNXZuUWtNK2pQb2VBbnFCYjRKYVp2QmJLc0N0MnFXZTU3NEZ2UitDZzA5Q1FBcVl5c0IwNHBmN0RFSUlJWVFRUW9qVGhvUzVRZ2doaEJBbnE3bEtoYk1uTWxXbHJTRWNtbXNnNzM5UXZVZmRhZytvc05jdTV3WG9maE9NV3FxZVYyejVaYlpkQ0NHRUVFSUljZHFSTUZjSUlZUVE0bFRzdThmeDJIUUNOczl1ZTNsek5XeWNEdWtmZ2w4aUhQN0hUN3Q5UWdnaGhCQkNpRE9HaExsQ0NDR0VFRCszbW4yd1pzZ3Z2UlZDQ0NHRUVFS0kwNHoybDk0QUlZUVFRZ2doaEJCQ0NDR0VFTzJUTUZjSUlZUVFRZ2doaEJCQ0NDRk9BeExtQ2lHRUVFSUlJWVFRUWdnaHhHbEF3bHdoaEJCQ0NDR0VFRUlJSVlRNERVaVlLNFFRUWdnaGhCQkNDQ0dFRUtjQkNYT0ZFRUlJSVlRUVFnZ2hoQkRpTkNCaHJoQkNDQ0dFRUVJSUlZUVFRcHdHSk13VlFnZ2h4T2xGWXdDdHp5KzdEYjZKUDkyNi9YdDMzYnI4a2lDZ1Q5ZXREMENqaDlCUjRKdWduaHNpOFBvbnBkWkgvWHNKSVlRUVFnZ2h1b1NFdVVJSUlZVG9HbU4raEw1UC9QVHZNK1JkbUpEVitkZjFmeFltSG5LZE52QjFHTHVwYytzSkhncVRjaUQ1VDUzZmh2YjBmUndtSGxCaDZhblNoOExaZTJEQXk2ZStMbWRhUHpockhYUy9TVDBmK1EyTXlZVEFOTmZsTkVZNGF6ME1lS21kOWZtQ01RWUMrcXJQSFRVRDRxK0U1UGtRTWJscnQxMElJWVFRUW9qVG5QNlgzZ0FoaEJCQ25LYUNCb0hPMy9IY0dBbCtQVnlEeUlZOENCb0l3eGU2djk3YURFc0NIYzlUbjRmdU4zcCtyeVVoZ0ZrOTF1alVhenZMdm4zT2ZLSTdWMldyOVlQQmJ3SVdhRG9PMFRQYmYwM3BDckRVZDJ6OXVlOUN5cjB3NEYrUU9VSzl6OGxxcm9EY3Q2REhIUkE2RWlvMm52eTZuSm5yYkE5c05RSGJyNEdoSDhMNGJiRHJGdldlQU5ZbXlQOEErdjhkS3JmQ3NkZlY5SkdMVlhDckR3SjlNR2lObnQvSGFvTEN6NkJzUmRkc3R4QkNDQ0dFRUdjQUNYT0ZFRUlJY1hMU1A0Q2dWdFdZQWIwaC9uTEg4ME5QUVBsNmRibjkraWxnS2xQVFUrNEQzM2pYMStwOG9ha005dHpwbUJaOXJxb0ExV2pBYXB0MnNtRnVWeGowR2dRUFVlOC84TFcybDlVRnFQdnZlMEQ5MFk2dHYrNGdISDBkZ2dlcW9MbXhxTzNsdTk4TXFjOTVuNi9ScWZ2UmExUTQ2czJLSk1lL1Ridk1hbDFhVy91RTJnT1FPUXI2UEF5bDM3c3VldmhaaUp3SWFTK3FRTGR5TXhSOUFmN0pZS3FFNWtwb3JsSlZ1RDR4c1BGY01KV3JtN20yZzlzamhCQkNDQ0hFYjRlRXVVSUlJWVE0T1prakhHRWhxRXZ2UzVmRGdZY2MweXhORUhXT2VseXpSNFdUZnNrUVBWMEZnSzAxVjhQeEx4elAvUkljajdYK29OR3F5L2V0RnRBRnVyN1cyZ3lXQnNkempWRlZoM2FWMUg5Qy9GVlF2azZGMkp2blFObjM3c3RwL1dEQWk1QjRJeHg3RGVxUE9lWWwzZ0JwTDdUOVBob2RXTTN1TFNHY05kZkE4bGhWMWFvTGdQMS9nYWFTem4rbTZCa1FPeGZRT0thbHZReUoxN2F6alFibytTZm9jYnZyOU9UNTZuNWxIMmdzQUt5dzQzb1l2d3NTcjFOaDdqRVBJWGkzUzhFUUN0VzdPdjhaaEJCQ0NDR0UrQTJSTUZjSUlZUVFKMGNmRENIcHJzOTk0aUI4ckhwdU5VUHBNdmZYRFhoSnRSNm8zZCs1OTV1WTVWck5PNzNhZFg3aFo3RDFJdlY0OE50cVd6Wk83OXg3Z0FwczR5NkUzYmVyTmhFYVBhUzlCRW0zd0o3NWNPUWwxYmQzNUdMWU94K092a1pMTzRUdzhhcEZRbEFxSEhnQURqM3B1dTZxSGFwYTFabHZJaVJlRDBVTG9YcG54N2JSMGlxa0x2d1U2dG9JZjcweFJ0ckNYQ2M2WDBBRFdYLzEvcnBlZjRHNmJDajQyUFA4NWlySDQ4WWlXSk91ZnBaQ0NDR0VFRUtJVXlKaHJoQkNDQ0ZPVGxnR0RQbXY0N2srQkh5aVZOVXRnTGxCVlkrNjBFRHhOOUR2S1RYNDJLNmJYV2ZyZzF6NzBEb1BxcFgxVnpVLzZSWlYvWnJ6VDhlODNnKzVWdVUyRkVMQ05lQ2Zva0xIenVoK0V3UVBocVlUNnZuQVY5VzZkdDRJdVcrcWFkdXZoWm9EcXNvMjhVYkllVTZGd0ZIVFZDQzdkZ3hVYkhCZmQrVm1kWE1XT1VXRnVRVWZxbEMyTXlxM3dlRi9xTFlFSjZOaWczcDlTeDljRzB1OWUranNMUEY2cUR2YzlqTE9KTWdWUWdnaGhCQ2lTMGlZSzRRUVFvaVRjL3hMK0M1VVBmWkxoa21IWWN0RktxejF5Z3BIWDRYU2xhb3RRKzdiVUxIT01kc3ZBWVorNUhpdU1UZ2UyNFBVbVBOVnRXek84NDU1UGU5MkRYTnozNEplOTBQMzM4SCtlenYrbWZ4N1FmZzR0WTBXVzhCNTRDSEkreCtjV08yMG9GbTFDL0JQVW1IdWtQZlU1SXFOc09NNnFObmI4ZmUwOTladHJ1bjRhK3pLMTZwYnlBZ1kzY0crdk03V2pvWjlkM2YrZGMzVnFoTGJXZkFRMVJ2WVZBN29ZTFRUd0dYTk5iQ3BBNFBGQ1NHRUVFSUlJZG9rWWE0UVFnZ2hPczhZcmNKYk8zdnYzR0dmcW42MmRrVUxIWmZpYXd5cWVyZTVVb1YrZGRtcVRZTnptRnU5RDFZUGNEenZjYnRxY2VCTTYrTmVTYXIxQVhPajQzbmRJUlcrSmw0SEJ4N3NlTzljZTYvWW82ODZwalVXMlFZaTA2bUszY2hKYW1DMjhIR0FGWW8rVjU4emRxNEttcy9lQTQzSFZiQmJzeGRxczZBaEgrcnpWTi9nMWd5MlFEejJBclgrdHBRdWQ2L3NCYWcvb3RwQ2RGWkR2dWZwV2o4VmtMZFc4cDNxYTJzcVZ5MGFXbWpVZ0hnNlAvZytCYkNxendzUU9nS0NZOVRqL3YrQXBOOTVlRDlmMVE5NXVvZEFPL2NkMkhNU24wMElJWVFRUW9nemtJUzVRZ2doaE9pODVrcllkcVY2SE5BTCtqK2pXZ1RrZitCWVJtdFE3UTdzWWFYT1R3WEFHcTE2YmpGQitZK2RmMjlES0RRV3VrN1QrYnBXNW9LcStoMzhOc1RNaEtJRjdhOVhZMVFEbEoxWTR4aUl5NytuR3RRcmVCQ0VERk9EcmxrYW9HeTFDayt0RmhXdVZtMkQvUGRWbjk2NEN5Rm1Oa1JPaHBoWmp2VWZmQnl5SG5KL1gwTzR1bysvRXJCNjJUYWRDangzbG5vT2M1dEtJTytkOWo5alIyZ002dCtxenlQT0UwSG5ENDNGNm1mVFVLQUdnYk9MbWdHQi9TSHJZVnI2QjIrM2ZUL1NYb1lFMitQU0ZXQnUxZXNZb052bEtodys4cUw3dk1xdFhmR3BoQkJDQ0NHRU9DTkltQ3VFRUVLSXpyTTB3dkV2Vk5pWitnOVZHYnJyRmpDZGNDd3orQjBJR1E3NzcxUFBtNnRnOHh6YjVmbFdLRituWHVkTW8xR2haY3R6RDMrcUdDTmMzd2RVSlduck1MZm9DeGo0bXVwMzI1RXdOLzR5OElsMXJYQ3R6NFBRVWVyOURqOEhKekpWMkd0cFVOWEFNeHJnNEtNcXpBVVZNaDk1V2QwMEJsVjVIRFFZQXZ1NEQ0Wm01NWVvN3BmSFEzT0Y1MldpWjhLSXI4RGtaWDVYMGdkQlhRNnNUSEZNQzB4VkZjZjJpdWlHWEJWY2E0eXE2cm5YdmVwbmxQT1M1M1hhbFh5cmJxMkZERmNoZjlZajd2T0VFRUlJSVlRUUxTVE1GVUlJSWNUSmlia0FCcitoMmh1c24rd2VzTnJWN0lQOTk2cytxOFZmdDczT3dGU1lVZTk5dnRaWHRYaW9keHBRUzZOWGxhdm1WbUZ1Y3dXVUxvWG9HV0NNYXYvekpNOVg0WExSRjQ1cDFpWllPMUlGc2o2MmRZU1BWZmZHYUhXdkQxYURtSG1UK3daZUsyNUJWZncyRlhzUGNnRU1JZXErOVRLcC80U2szM3QvWFVkdHVRaUt2MUtQOVlIUVZPbzYzOTdYMTJ4cmcxQ2JwWDdtQVNrUW5BN2haNnZldTIxOUJpR0VFRUlJSWNRcGt6QlhDQ0ZPWXoyQ2dqaFM3ZUdTNVZOazBHcngwZW1vTVptNmZOMmRGV0kwMGpza2hNMGxKUjdueHdjRU1ERStudmV5c243bUxST0VqWUxhUTZwYWRaeUhTLysxUHFyYWN2d085YnozZzQ1NVRhWHdmUS8zMTlUbHdQYXJIYy9qNWtMeUh4M1Bnd2FxKzFxbmYyK3RuN3EzZUFpQkN6NVcvVzNEeHJUOVdVSkhxd0c4OXR3Qm1OM245M3NDb3Mvei9OcmsrZXJtaWJVWnZqVjRuZ2VxeFVMb3FQWkRicjJ0VlVWVHE4Qzg0Q09vMnVFNkxUUURrbTVSQTdjMTJFTHY4TEdxaGNTQkJ6MzN5WFZlaDE5M3FNMXU5ZjZCNnI2NXluWDVxR2xxb0xucTNaRGpvVVdDRUVJSUlZUVFva3RKbUN1RU9LM05TMG5oMDJuVGVIcnJWdTVidi82WDNoeVBMa2hPWnVHTUdieXdjeWZ6TXpNQmlQWDNaOE84ZVdSWFZqSnAwYUtUV3UvdjB0SjRac3dZZXIvM0hzZnIyNmhrdEFrMEdPZ1hHa3FBd2NDcWdvSTJsNzFyeUJEK05tb1VobGRmcGRuYVJrVmhKeGkxV2tKOWZBajM4U0hjMTVjSTJ5M1czNThZUHorQ2pVWnVXTG5TN1hVM3BhYnl6Smd4RFAza0U3YVZscnJOdjIvb1VHNGJPSkR5eGthK09YclU0M3VuQkFlVEh1VmFtVmxhWDA5K2JTM0RvanBRc1duejFaRWoxRFkzZDNqNU05NytCMVJZbTN3bmFJMndlYTdyL09UNUVOQWJkdC9tT3IzYkphcGExaE56SFpSbk9wNkhESEdkYjM5ZHVkUCtydk8zdmRiRGZsQzBFRmIrQ0hXSElYYU85ODlTc1E3V1QzSmRyN050VjZxK3ZNNzYveDNpNXNIS2ZwNEhXT3Y3dUJvUXJTMkoxNnVmWGVGbmJTOW5qRkQzcHJKVzI3MUIzWno1MkFZYnkzM0RObkNiL2IxdWdPT0xWUERxamNZSS9pbHcvQnZYNmZhK3Z2WTJEOVY3VlovZWZrK3I3OENtV1dEOTVVLytDQ0dFRUVJSWNhYVRNRmNJSVg0QmlZR0JkQThNSk56SEI3MUcwK0hBMUUrblE2ZFZnMGQ5Y2Znd2oyZGtjRk5xS3MvdjNObXlUSzNKeEQzcDZXVEV4QkJpTkJKc05CTG43MDlDb0txc3EycHFJdmJ0dDZrM2U2Zys3SVNrd0VDTzFqaEdubzhQQ09ENXNXTUpNQmdJTkJnSTBPc0pOQmdJTVJvSjhmSEJWNmR6ZWIwVnFHaHNwS3lob2VVV2FqUlMwZVFJeFhRYURiY1BITWlTWThjOEJya0E5NjFieC9UdTNia25QZDFybURzaktZbVh4bzJqMWxacDdLUFRzZjc0Y2Q3Y3Q0L0hNekk2L0prekN3c2x6SFZoQnF2dGUyUzF1RmVYeHMxVFBXaGJUdzhlNGozTTljWittWC84bGFvL2JYMk9ZNTdlM2dMQVE1aHJybFZCYmtlVXVaOU1hTkZjQWM3LzlINDlJUFpDS1BnVUdvNTUzMlp2clNjQURCR1E4bWZWWjdkb1lkdmJab3hVOTYzYkgzZ1NkNUZxRitFYzVMYWw3NU9xcDNEbFp0WGpWNk9IeWsydXkvZ210SHAvMjhCdlVUTmcvNStoWXFPYXJQV0hNYXRnNzExd1luWEgzbDhJSVlRUVFnalJZUkxtQ2lIRUwyQlRjVEZUdnZ5UzQzVjFuYXA4WFhmaGhReU9qSFNaOWxoR0JvODVCWkp4Nzd6RE9ZbUo5QWtOWlYxUkVmdkx5eW1xcTZPZ3RwYmNtaHFPVmxmVFpMRzBMRDh0TVpHUHAwMXpXYWVQTFhndHZlRUd0KzJlK3VXWERBZ1BaODJjT2J5eWV6Y1BiRkJWZ1VWMWRaZ3NGZ3ByYTZrMm1haHVhcUxhWktMV1pPS1dBUVBvRnhySzdXdlc4RU4rUG1VTkRaUTNObUp1NTdOZjNyczMzWU9DbUx0NE1RQ1BqaHpKemFtcGJzc0ZHZ3lFK2ZoUWRPMjFMdFBMR2h0SisvQkRRSVhjZ2YvNUR3QnI1ODVsejRrVHZMTi9QKy9zMzkvbU5vaWZpUzVRM2ZSQmtIQWQrQ2VyVytoSU5YOWFCUlIvb3lwOWQvM08vYldnZ3R1Zmd5RUNoaTlVTFJTeUh2YStuRTgwTkJaN21hbUJ3Vytxa0hiblRlNkR0N1htbTZpcWx0djdqRW0zcWg2OCsrOXZlN2tXV3VqMVp3anNDMXN1VkFFOFZqaXhWb1hWb0o0bjN3NzF4MVJ2WDRCK2YxTkJMb0RCNlhkU1VIODFtSm05UjdFeENpSW5xbDdIUG5FcXVCWkNDQ0dFRUVLY05BbHpoUkRpRjdJaUw2LzloVnE1Y01rU0JrZEdFbXcwc3JuWUVSS0ZHSTNNVGs3bS9hd3NTbTB0RjVibTVuS2poN1lGcldWVlZQREl4bzB1MHlZbkpEQ3pSdzhlM2JRSmkxUGdXbGhYUi9mQVFKYk1ta1d6MWNxYisvYTF6RE5iclZ5K2JKbkxlaElDQW5oLzZsVDZoNFh4ekxadHZMTnZINDFPUWJLZlRzZTlRNGZ5eXE1ZGxEUzRobGs2allhL0RCdkdKNGNPc2RWV2xic3lQNThxcDhyZE9UMTdFdVhueDB1N2R0SG9vZEs0emtNVmJZU1BENk5pWW5oOHMrcnhtaDRaeVpvNWJWeCtEN3l4YjE5TGl3eHhrdlNocXQrcTFxQUMybWFuWHMrK2lURFpxYnAxME91cWQyN2RJU2o1RG83OFMxVUFwejRIdFFjaDl5M1hkUWVscVh0N1VPalR6ZEY2d1dVYmd0UzlmeS9ITkYyQUdzakxlWnF6dXNPQTR6dEwyRmt3NUYyMXpac3ZnSHJQMWVCb2pCQ1lCaVZMUE0yRXRCZFZDNGFTeGJZQjB0cWdENGFJY1ZDOXA0MkZkSkJ5aitydFc3VU5jdjdwT3R0cTJ4ZTBQcTdUZlJNQXJmb2NXai9vZHBtcVVHN0loYmluMVhOUUlmSzJLMEVmb3Y1OTRpNkcvUGRBNXdjcGQwSFZkaWo0UUFYSkFKVmJWSGc3YW9XcXpxNC9DaGxMWU12RlVIdkFmZk5Mdm9PcW5lN1RoUkJDQ0NHRUVDNGt6QlZDaU5OSWRsVVZkdzBad3B5ZVBVbi81Qk9LNnVvQWVHdlNKQzdyM1pzUHNySTYzZU0ycDdyYXBVMERnSzllejh3ZVBYaHg1MDZYOVNVR0JySnM5bXdpZkgyWnZHZ1JoNnVxUEs1VEE5elF2ejkvSHpPR3ZKb2FSbjMybWRzQVpxbGhZWHgwemprTWpJaWcyV0xoaVMxYkFabHVtUUFBSUFCSlJFRlVYT2JmbUpwS3o1QVF6dnRHOWU1Y01YczJLL0x5ZUhMclZrQzFlWGhreEFnT1ZsYnk3TFp0TFNGeG9NSFE1c0J0TTVLU3FHMXViZ25UZFJvTkFRWUQ4NVlzSWR2RDUzbDcwaVMzRmhIaUpHUXNoZEFScUFZYkdqajhyR05lUXg3cy9aTWFUSzAyU3dXb3p2MVgvWHZDU0Zzb3V1MEtWZTA1NENWVjlXbzFRN2VMb2JrU0tyZXJaWWI4RnlJbmU5K1dpUWM3TmcxZ2FSU1lTaUY4bkJxSUxYYU8ydDcxa3gyOWZRMlIwT2V2cXA5dGM0MzZqTkhucWQ2MXJkc242QUpoMEJ1cWIzRFZEdGg2cWV2OGhHdFZtNFNHUERCVkFoYUltYTJxZ1F2LzVyNTlQbkVRT3hkNjNBNkIvYUJpUFd5Y0JaWkcxK1ZxYlordjM5TlErSWxxaTZIUlFld0ZhbnJGSmxXaDZ4c1BlKzVVMDNiZkJsbVBxdVhxY2xSVjlObTdWRGk3L3o3SWZscUZ1NzZKa1A2K0duUXRLRlV0MjVBSForOEIzMjdxWjlWVXFyNERaKzlTd1czRlJ0dS9ud2tzSmpXL3NVaUZ4em8vRlN6cmZOVjkvUkVWSEFzaGhCQkNDQ0VrekJWQ25EbDZCZ2Z6N0pneFRJeVB4NkRWc3Jxd2tQbHIxcEJWV2VtMjdHVzllek4vOEdBR2hvZlRaTEdRV1ZqSVF4czJ1UFZsblJRZnoyMERCeklrTXBMNGdBQk9ORGF5S0NlSFAvLzRJMVd0QXNOQWc0RUhoZzNqa2w2OWlBOE1KSyttaG4vdjNzMGhEKzhmNmV0THlmWFhzK0g0Y1VaOS9ubkw5RkNqa1Q4T0hzekZ2WHFSRkJSRVhYTXoyMHBMdVdiNWNncHN3ZTFkYTljeU9TR0IzNldsOFgrYk5qRzllM2V1N2RlUEs1Y3RZMGRabWR0N2RaWEJFUkY4TzNNbUViNitYTEI0TVQ4V2VlN0hPVFl1anIrTkdzV2dpQWordW5FakwrL2ExUklJKytwMFJQcjZNaThsaGIrTkhrMUZZeVBuZmYwMTN4NXo3VGthNmV2TFl5Tkg4dnlPSFJ5dXF1TDg1R1FtSlNUdzBhRkRnQXFML3pOeElnQ1hMbDNhRXVSZTFyczNMNDhmejRoUFAvVWFORitZa3NJM1I0NjR0Sm9BT0ZCUndlNFQ3djFOYTlzSWhvWE44YSs4VjZqYTdaMFBBWDFWTUZoN0VFNnNjcHBwZGE4a2RSWXlYQVc2MjYrMjlYTFZRY1JrTUlTcStmVkhWYXNDczYzYWQ5ODlqZ0hEVGxWekpRejZEeVRlcUI0ZmVnSU9QUVZtUjc5b1RPV1FjSlVLTnUyZnh4NVFIMjgxd0dHZi8xTkJidGtQc0htT3FsWjJaaXFIeUVtcUxZSHpOaHgrRG5KZWNOKys5UGNnWXBLcVN0NzdSOGg1Q2ZEUUQ3dGlBMlEvQTkxdmRBMjZ6YlZROEpIcW1SdDlIaFIvQzBXZk83YkZWTzVZdHZZQUZIMEp1VytxNmwvN3RxMmJBTDBmZ3ZncndOS2tQcmUxV1EyMHR2OHZqbjY2cXdlck5oQnhjOVdnZWZwUTlYMW9UK3UyR2tJSUlZUVFRdnlHU1pncmhEZ2p4QWNHc3U3Q0M4bXVyT1NySTBjWTM2MGJNN3AzSjNYMmJQcDk4QUVOVHBmZ1B6MTZOUGVtcDVOZlc4dDdXVmtFR1F6TTZkbVRpZkh4bkwxd1lVc0ZhYXkvUHl2T1A1OWpOVFdzek11anltUmlVbnc4dDZTbDBTTW9pQmxmT3daMUN0RHIrZUdDQ3hnV0ZjWGhxaXJlTzNDQVdIOS9uaGcxaXUxZUJ1NXF6Vit2WisyRkY1SWFGc2J5dkR5K3k4MGx6dCtmcVltSlJQdjdNeXc2bXRzR0RBQ2d2cm1aMFRFeExKazVrNkZSVWRTWVRGemR0eTlYOSszcmRSQ3cxbnFIaERBNUljSGp2SXlZR0FCdVRrdkRZclVTWUREdzF4RWpDRElZV0pTVFE0K2dJRzVKUzJ2WmxuY1BxTXVtWDU4d2dadHNQVzIzbFpaeVVhOWUzSmlhU3FpUEQrRStQdmpwSGYvdHZMTi9QM2V2WFV0Wlk2c0tRdURlOUhTaS9QeElEUXZqOCtuVHlZaUpZVk54TVcvdTNRdkFuNGNPWldwaUlsY3NXOGFCaW9xVzEyVVdGbUxVYW5sLzZsVEdMVmpnVnFVY29OY3pMVEdSYTFlc2NIdlBqZlBtdWJTVXNQUFQ2ejJHdk1KSjdRSFBsODd2Y09waFhQNmp1cDJNd2s5VXhXNlZyZklXTXl3TkF6UnFzQzVycThEZEhqUjJsUU1Qd1lsTUtQemNOY1J0WVlidlF0WDJhSTJxV3RqcVphQzhBMzlSUDZ0amIrSXhkRDIrQ0JiN3FjK2w4d2UwYXZBMWI3WmZCMEVEb0hTWis4K2h0ZjMzcXBzM1JRdWdlTEgzK1pZRzJITzdoK24xNm5NZCtFdXJiYnZhdGNldnVSWU9QNk51Ym5TZzBVRExQbWkxM1hDNkYwSUlJWVFRUWtpWUs0UTRJMXpacHc5L1dydVdmKzdZQVVDUXdjQ21peTZpYjJnbzV5WWxzZUN3R3MzK25NUkU3azFQWi8zeDQwejc4c3VXNnRxelltTlpNM2N1TDR3Yngxa0xGZ0RRWkRienV4OSs0TTE5KzFvRzZqSnF0ZXkrN0RLbWQrOU9TbkJ3eTJYNWo0d2N5YkNvS0Q3Tnp1YUtaY3N3MmFvK2gwZEY4Y01GRjNUb001eVhsRVJxV0JqdloyVng1ZkxsTGRNRGJBR29Gdmlob01EbE5YcU5obFVGQlM1UlI1WXQzTHltYjE4dTdlVzVEK2lhd2tMZTJiK2ZaOGVNOGJvOXRTWVQveHc3RnFOV0MwQ2oyVXl0eWNTVWhBU21PSVhBcFEwTkxXSHVzdHhjUnNmR2NyUzZtdU4xZFJUWDExTlNYMCtqMmN4TnFha01qb3hrWDNrNXYxKzFpcldGaGVodDYyNXRjM0V4YXdzTHNRSUR3c09KOWZkbjFqZmZZQUZtOWVqQll5Tkg4dUxPblh4NDhDQitPaDMrZWozK0JnUCtlajBmWkdWeGMxb2E5dzhieG1PMnZyaDJacXVWbzlYVnpFMUo0WlBzYkFDcW1wcFlrWmZIczl1M3Q3U3RjSGJiZ0FIc0t5OTNteTUrWmkxQnJqTnIrd0ZtVjJnc2dyeDNPN0NnMWIyOVFXdVdSamoyZWdkVzFleGV0ZXRKd3pGMTZ5cVcrcTViVjZjR3BETkxaaXVFRUVJSUlVUUhTSmdyaERnajdDZ3RiUWx5QWFwTkp0N2F0NCtuUjQ5bVVFUkVTNWc3Zi9CZ0FHNzU0UWVYTmdscmk0cjRzYkNRcytMaWlQVDFwYlNoZ1JPTmpieHVxd1MxYTdKWVdITHNHTDBIRGlRMVBKenNxaXIwR2cwM3BhYlNZRFp6NTVvMUxVRXV3T2FTRXA3ZnVaTUhoZzFyOXpNWWJYMVpkUnFOeS9SYTJ5QmVXMHRMV3dZQ3M3UGVlaXRYTFYvT2UxbFpMdFB2U1U5blRXRWhyKzlSQXlaZDNhOGZneU1pdUd2dFdnQ0s2K3Y1UGorZmoyMXRDOXkyUmF2bHRvRURlWEQ0Y0lJTUJwN2R2cDFITjIxeXFYRDI1TlBzYkQ2MWhhVDJ6M0o5Ly80OG5wR0JUcVBoampWcitQZnUzVFJicmJ3M1pRcTlRME01Lzl0djNVTFVUN0t6K1NRN215aGZYL1pkZmpuUGJkL090dEpTUmtSSHMramNjOUVBdjB0TDQ0NUJnOURnMllQRGg3UHc4R0dYcXRvR3M1azdNelA1YnRZc250MjJqZXlxS3NKOWZYbHd3d1lBajcxeDdZTzhwWWFGc1ZkQ1hTSEVtVWJ2cXlxaXpVNG5JclFHME9xaHVRdkQvVjhEalJiaWhrREIxcTVmdDE4WU5EZUN5ZjJrb1BnTmt2MnFhOGgrSlp6cGpLbzlrL00rcE5HcS9jMVV6eGwzVmpndUhZN3ZWbU1MZENXZllIWGYySUdpQWZHckpXR3VFT0tNc083NGNiZHBPYmFxMldDanNXWGFtTmhZbWl3V0x1clZpNHRhVmEyRythb2VsVDJEZ3lsdGFBREFvTlV5Tmk2T2NYRng5QWtOcFZkSUNQM0R3Z0RWRmdHZ2YxZ1lJVVlqcXdzS0tQUlEyYm0xMWNCZjNpdytlcFN5aGdZdTdkMmJDRjlmL3I1dEd5dnk4bHorTEFrMkdOQzJDbnY5OVhwQ25UNWpaVk1UZXEyV2ZlWGxMVDFtUjhYRzBqTTR1T1c1Ti81NlBUZjI3ODlkNmVsMER3eGtSVjRlZDY1Wnc1NlRDREV2N05tVHh6TXlTQXdNNU9WZHUzaHE2MVlxbXBwYTVyKzJadzlmblhjZUcrYk5ZOVkzMzdEVFE3L2YxeVpNb0xTaGdZYzNxcDZibTRxTGVXRDlldkpxYXBpVWtNQzEvZnB4N1lvVlZEUTE4VVJHQnFVTkRWeTdZZ1VKZ1lHc1BQOThia2xMNC9ZMWExeld1VFEzbCt6S1NxN3IzNTlsdWJrc25ER2ozYjY0UGpvZGE0dUttUERGRjUzK09RZ2h4QzlLbzRPTTM4T3hIejJITGRkOEI4Vjc0YXZmTzZhZGZUOE12Z0tlNzl2Kyt2MGpZZm96Y0RRVHRyeDVhdHM2OHZjdzdzL3c4cUNmNWlCejlId1lmUWQ4TUJjSzIybkhvdEdDMitsQ3F4bzhzTFhVT1REam43RHkvMkRyMjU3WDEyY0dSUGFISDU5elRJdE9VK0ZFUnpVM1FzbmU5cGNUUHozWnJ4eGt2eEpkcWZkMENJaUM3Zjl6bnpmNU1laDFEcnlTN3BpV01nWE9meDArbU5PQjc1OE94dDhIQWRHdzVPNVRDMG5qMHVIeWhiRG9aamkwOU9UWDQwM2lHTGo0QTFqOUZHejZkenNMYTJ6N1ZpdFdEMFU0SWQzaHV1V1FzeElXZVJtVElLSzMrcjJ4N0g2MWY5aGY1OS9KOFNoK2lpQmF0SkF3VndoeFJxajAwSGUxM2xiUmFnOC9kUm9OSWJiUXM2MUtXWHRmMTM2aG9TeVlNWVArWVdHY2FHeGtWMWtaKzhyTGFiSllHQmNYMS9LbmFMUy9Qd0M1Tlo1NmFhcDJEUjF4b3JHUnN4WXM0SVd4WTVuV3ZUdFRFeFBaVjE3TzNXdlh0Z3dRdHZmeXk0a1BDSEI1M1dzVEp2RGFoQWt0eitQZWVZY3dIeC9LUGZ4TXZPa1RFc0xOYVdsYzI2OGZFYjYrWkJZV2NzM3k1VzV0SGFMOS9MaTRWeStXNWVhNjlLcTE2eEVVeExUdTNia2xMWTJCRVJGOGZQQWcxNjVZUVkzSlJKL1FVQUlOQmdJTkJnSU1ocGIrdTFmMzdjdWFPWE9ZczNneDMrZm50NnpyRHdNSE1xdEhEOFl1V0VDY3Z6OTlRa05wTUp2NTIxWjEwSlFTRWtLdHlkVFM0dUdlSVVPb01aazRVbDNOa2VwcVJuMyt1ZGNnZlcxUkVlbVJrU3pMelFVZzhxMjN1TEpQSDN4ME92NjFlemVnUXZyN2hnN2xqNW1aUERscUZQMXNJYjRRUXB4V2RBYm9Qd2NHWGdiL25kSDFZVTVUTlRSVXdZU0hWUFhjemc5UGZsMTZIM1Z2Ym1wN3ViWUV4WGtmV0M5N0dZeTRHYzUrQUw2ZDcyVUZWcWpLaHlzV1FjeEExMWtORmZDdklhN1RkRVk0NjI1MTBKeCtMZXo4d0hIdzY2em5aRWlicDVaYlp4dk04UHpYSU5oejczcVBLbzdDbTJkM2ZIbngwNUg5eWtIMks5R1ZlcDBEL1dhcklMQzljTGF6ckdhb0xvVGhONnB6Q3QvY2VmTHJhdG12VGlHczlBc0hnNy9uZVpYSG9IUS9aTndLaDFmWUtvODlxQzJHc2ZmQThKdmM1NzA3RFVwYmpXa3g3bDdRNnFEbkpJam9BMlZaN3ErTEhReXBjMVY0dS9CR0ZjaU8vb1BhMXpyanRWRlE0M25BYkhIcUpNd1ZRdnhtbUsxV0dzeG16QllMUWYvNVQ3c1g0cnc5ZVRKOVEwTzVkT2xTUGpsMHFHWDVKekl5R0JjWDE3SmNveTJzamZUMTliQVdGWUIyMUlHS0NxWi8vVFZwWVdIY01XZ1FOL1R2ejljelp6SjUwU0pXNXVkejlzS0ZHSno2ek82Ny9ITHUvZkZIdmpweXBHVmFTWDI5Q25OdDFjWGVSUG42Y25Hdlhseld1emRueGNWaEJVd1dDOHZ6OHBqNjVaY3R5NFg3K0hCZVVoS1g5K25EbElRRTlGb3RqMjNlM0ZJdDYreWxjZU9ZMmFOSHkvUEwrL1RoOGo1OVhKYXhXSzNVTlRkVGJUSlJZekt4cmJTVWJ2NytMSjQxaTZ1WEwrZmpRNGZvRnhyS2MyUEhZckZhV1QxM2JrdmYzcjl0M2NvcVc4QWM1KzlQU1J1ZmNVc2JGZEZsRFEwTWpZcHltV2F5V0hocC9IaVc1K1Z4b0tLQ2g0Y1BwMzlZR0ZWTnAzRHdJNFFRdjdUbUJ2ajJUbFZCTlAxWlZVWFVwZXR2VkFHT3dROG1QUUw1V3p3ZkhIcVNPQXFpVWgzUHV3MVg5ME91QWt2SFRvUUN0cURIOXYvQmxWK0NmMVRieThjUGg1c3lQYyt6bXVHNUZGanhWL0FKY2t4UG13c3hnOXlYSC9kblZVWDU2WlVxUkJwL1Azei9pUHR5My8wWmZFTmd6QitocVJhMnZBRUxybFdESnJZMjdXbFZaYlhrSHRmcHB4TEdpYTRsKzVVNzJhOUVWMWp4TUNTTWdKa3Z3WC9QN2ZvVEpWdmZVdCtEQ1EvQ3NYV3c2Nk9PdlM0MFNaMDhzQXZ2cWU1VEprTlljc2ZmUDJjbGxPZW94NVAvRC9yT2F2ODExeTd6UHUramVlcGt6MUduZlM4NlZlMUQ5YTJ1ckV5WkNuMW53cEs3MU8rRDZjL0FSeGU1N3dON1BsTkI3dmo3WWRiTDhPWHZZZTF6c09VdDkvY2ZmSVc2dlRjVExLMHE3T3M2TmdpNE9Ea1M1djZLR1l4YVRFMGVMam41aWZqNDZXaHFOSHU4eXFVelFpS01WSloxM1grS2ZnRjY2bXU5akFyZWp0Z2tmMUtIaDdQMm13SWFHOXIrWUwwR2hwRFVMNGdWbitaMWFOMWFuWWFBWUQzVjVYTHB3T2xrWjFrWkk2T2pTWStNZE9zLzZ5eEFyeWNqSm9aZFpXVnVmV1VIUmJoZVluTEExb0pnZUhRMEFYcDlTNDlidTRrSm5hZ09zTmxUWHM0dHExYXhwYVNFMXlkTTRLcStmVm1abjA5MlZSWHZUWm5DZ1lxS2xzRzlpdXJxdURFMWxSMmxwZnd2SzRzd0h4OFNBZ1BaNzZGeTF0bnZCd3pnLzBhT3BMQ3Vqcjl2MjhicmUvYncvdFNwV0sxV0pzWEhNelV4a1NrSkNReU5pa0tqMGJDNXVKaS9idHpJRnprNW5HaHM1T2JVVkQ0NmVOQ2w5L0RqbXplenFiaVl3cm82S2hzYktXOXNwTEtwaWFxbUp1YWxwUEJZUmdZUmI3N3AwbTRCYUFsenB5WW04dkdoUXhUVjFmRkRmajc3eTh2WlYxN09nWW9Lc2lvcVhLcWYrNGVIazExWjJhbWZxOFoyR3hvVlJXR3Q2K0JNL3oxd2dJbng4VVQ2K2hJVUZjVzhsQlJHZi80NXpkWXpyUCtXNkR5dHJ6b3c3TWlBWkVMOEdoM2ZEWnZmVUpkTnBsMEV4M2ZCV1g5Uzh3S2lvTnRRZFptcVhWUS8xZC9UUHEzOHNMclUweXNyTEw0THJsMEswNTVTbDF0M1JNL0o2aURRVG1kVTZ4cnp4ODU4T3RpM3lCRTZBV1I5QzV2LzQzZys2REoxeVh2UkR0ZlhHUU5oNE1XUXZVSlY1NEhxY3dwUXVCV0dYcWNPdW5OK1VBZnNEYTBPakpNbndyRHIxYzhtZDUwS0ljNTlIb3Izd2U2UFhaZTFtdUhyTytDeXoySG9OZXJndTh4TDZ5TlRMV2owY3VuM3I1M3NWN0pmaWE3WFZBUExIb0FML3dzVC82cmFJWnovbXBvWG5RckdBTmY5S2pCYTNZKy9EeHBzeHdWZjNRcVdOdktETFc5QVlnWk1lQUN5bDNjc2RJenNDMlB2ZGp6WDJpclYweTUwZkw4N29yckFFZWFDcXNCMXJoRHVPVWxWL2gvOHp2MjFBeTVXeStldWQwd3J6VkxmN2JBZXFpSjkrMy9CYUt2MmJYQTZGZ3lLVStGdHprclk4emtVYmxjbmFjNTVHaFo3K04ydzZUVVZZS2RlcUtycGkzYW9iVyt0emxZOFU3elBjMXNIOFpPUk1QZFhxdGZBRU1iUDdzYUMxN0twS1BVU2pHckFhTlJpOU5QaDQ2dkR4MCtIcjc4T1h6OGR2djU2dG1XV3RCbk1hblVhTEdiSEw1N3BWM1JIcjlmeStiK3p2YitvSFNPbnhERHM3Q2dXdko3TjhkeFRiKzQvOVpKRUl1UDgrUGlsZ3k3YjJwYVVBY0UwMUpuSlAxeExTTGlSdnVtaGJGaFcxRzZZR3hublM1L0JvUjBLY3pVYW1QZjdGUHdDOVh6K2FqWTFsUkxvbmk3ZU8zQ0FrZEhSdkR4K1BETy8rWVlUVHEwSTdKZnlyeW9vb05saXdXeXhrQkFZU0tqUjJCSStucGVVeEhsT2xhY0FKUTBOck16UFoySjhQTStlZFJhM3IxNk4yZmFmK3B6a1pDN3YzYnREMnpZZ1BKejgybHFYOWdqMnFsQ1RyZnAzWUhnNGwvZnB3eTAvL05DeWpCVUk4L0hobGJQUFp0M3g0L1FLQ1VFRHJDOXErN0tXZis3WXdlYmlZcjdMelczWlhvQ3BpWWxNVFV5a3NLNk9GWGw1dkx4ckY4dHljeWx3NmdjOE9pYUcxeVpNd0FyOHgybVF1QTNGeFd3b0xtWm1VaEwvT3Z0c2J2eitlellXRndPNEJMZ2E0TzFKa3dDNGErMWFDdXJxR1AzNTU5VFpndkNLcGlhbU9GVUgyMThUNSs5UFFWMGQ0VDQrWk1URThJL3QyNzErdmpHeHNjenEwWU5udDZsTHREUWFEZGxYWGttNHJ5OGhSaU5YTEhPYzVaN2JzeWYvblRJRmdDdjc5a1dEYXMreGZ0NDhNZ3NMMlM4RG4vMjJhSXhnZGZxL3Q5Y0RrSHduck93TlRlNzl1ZFZyOUJBK3RtdmV2MklUb0ZFaDhxbXlOSUs1K3RUWEkwNS82MTVRZzhicy8xSWQ5TGxVNkZsZG45di9nTFJQNjBnMVgxTTE3UDVVWFlyWi8zd1ZCTFZuMVJQcVpqZjNiUWpxcGk0TmRSWTNGSUxqNGNCWDdhOFQxSUc1OCtXNUY3MnZEa0piWDdJYm5LQ3FvcksrOVh3NTc5RHJZTWQ3S25UeURZVjZwd1BqYmtOVnhWTDJjblhRQzdEdkM5V3ZjK29UWUdtQ3ZRdGQxOWZjQUF0dlVDR0R5ZldFb2poTnlYNGwrNVhvZWtkV3ErL3dmdHQzczJWZnNiWjZqcU1hMUdydVhPWDVscmRWcGVyWXUySHBmZTB2ZjJncHZPaFU4VDdpWmhqL0YzaHR0R3RvR3B5b2d1SkRTenRXVmR6YzRMcWZqTHBEaGJHZVR2VE1mQWtPZis5NXYrbzlUZlVDM3Y1ZjhBMVQ3Vm5zRmJkK0VURHZmK3IzeWJlMjRQWkV0Z3FSejM5ZEJlZ3JIc1p0QUxrVkQ4TzIvNnAyRCtKWFI4TGNYNm5jUXpXWW1pek11REtKejE3Snh0UmtJYWxmRUdPbXgySXc2akQ2YURFWXRlNzk0MjFNalJhT1psVlRVMmxpUUVZNHZ2NTZGZlFHNkFrS01SQVlhcUR3U0MzZi9GZWRMVTBkSGthM0hnSGtaZGN5WWxLMDIvcnFhcHJacy9HRTIvVFdEbXdySjMxY0pPTm14ZlBacTRmYUhWQlNvNFh1dllPOHpxOHNhNkxYd0JCR1Q0c2xMOXR6UDFKVGs0V0NITWQvM0NNbXgxQmYwMHorNFJ5UHl6dmVIUFFHTFdhVHBWTW4wMENkZk51NnFvU3BseVF5WW5JMEt4Zmt0LzhpOGF2dzZ1N2RYSmlTd3RuZHVuSGdpaXRZbVo5UFVWMGR2VUpDbUp5UXdOKzJiR0ZWUVFHTkZndGY1T1F3THlXRmJaZGN3cEpqeDBnTURHUmlmRHhmNXVSd2ZyTHI1VFR6TXpOWk8zY3V0NlNsTWFGYk56WVdGOU1qS0lneHNiSDhlODhlYmgwd29OMXRteEFmejFPalJySGsyREdPVmxjVDdlL1BuT1JrNnBxYmVYWFBIZ0NlR2oyYXc1V1Z2TDNmOVQvVlA2MWR5L1R1M1hsbXpKaVcxZ1Z0dFNBQXFEYVpXbnJ4T3R0YVVzSlZ5NWV6dDQwQU16NHdFTUJqWmV3OVE0YncxT2pSYkN3dVpwK1hkVmlCWlhsNS9HdjhlTTVOU3VMT3pFdytQSGpRWlpsb1B6OUdSa2VURVJQRHlKZ1lSa1pIcy92RUNjWXRYTWk5NmVrWXRWcStPSHpZNnphbUJBZHozOUNoZkdSYnI5VnE1WUVORzFSZ241L1BEd1VGWEdEN2QxeVdtOHVBRDFVL3V1djY5K2VpbEJUTy9mcHJBT3FhbS9sTEd6Mld4V21zeHgvQUx4RU1FV0NNQU44RThPc09XaC80TGd3d1E5QWdTTGtiR3ZLaHgrODlyK2ZRVXlwNEhiV3lhN1pyOVVCSXVRL2lyMmgvMmZZVWZRNWJPdG5qVEp5Wm1odGczWXZxY2VrQng4Qk1ONjVXRllaZjNlcFlkdUxEcXJMdkt5L2ZlVzhTUjZuN3MrNkMvVjkzdmtvbkxCbEtQQncwRHBpbkRsUTdHanFCK2x6K2tlcXh3Ujh5Ym9QaHJTNkZ0dzhvT3VONW1QNFA5Zmo0YnZqNFl2WFlQeExxYklOeitvVkJqVG81U2VJb2RRQmNkc2h4WUd5MzZrbDFlZXFNNXlBMEdkYS82Rm9oMXJwL1lIQUNwRjRBdXo2RzJvNE5tQ3ArUldTL2t2MUsvRFNjcThEdCs4eTBwMVVBNjd3UDlUcEhmVy9XUE5PNUhydjIvV3JBUmVyRVFYazcyVUZyWVQxVmlOdlE2a3JJYnVtcTljbzdVenJlSW1MNnM5RG5YUFZZN3dObzRBOGVLc2dOZnFvaTNybDM3U3ZEMUFtbGdHaEhoYkZmbUtQRlFsQTNtUHVXQ25RL3ZzUjFlN09Ydy9JSFlPcVRFQlNyMnBiVU8yVStsbWIzSUhmVTdYQjBiZGYzTXhhZEptSHVyMVJqdlpsbEgrZHl3WTA5bVhSaEF0OTllSXl5d2dhT1pkWFExR0NtcWRGQ1k0TVp2d0E5bzg2SlllUHk0eHphVlVsanZabkdlbk5MT0tuVmFSZ3dLZ0pUb3pwakZSSmg1TkN1U283c3IycXArSTNxNXN0WjUzV2pycWFaNERBRHdXR2hMdHNTR0dya3hQR0dEb1c1bFdWTjdOMVVUbmlzajJxUFVOTjJld1NEVWN1NVZ5VmhiclppdFhoT1ZKdWJMS1FPRHlOMXVQdmdRMXE5bHBxS0p0NS9UdldRQ2dvekVCYmx3NkdkN1Y5NkhSSGp5OFczOStMcmQ0K1FlOUJ6VUh6RGc2bG9QUXdNNmF6WHdGQjZEUWp4T0sra29JRXYzdkFlTm9tZlg3UFZ5dlN2dnVLZTlIUXU2OTJiMlQxNlVHMHljYVNxaW9jM2JPQlYyK0JYQURldVhFbEpmVDJ6azVPNXBtOWZ0cFNVTUdYUklxWjE3KzRXNXU0c0srT3NCUXQ0Y3RRb3huZnJ4dHpBUUxhV2xERDF5eThKOWZIeEd1WTZWOFJtRmhheU1qK2ZzWEZ4ek96Umc4SzZPajdMenVicGJkdllWMTdPc0tnb1ppUWxNVy9KRWt3V0N6cU40MnhPWlZNVHM3LzlsaWF6bWMwWFg4eXRxMWFkMU0vSGJMVlMzZGpZWnBBTGtCRVRBK0FTMWtiNytmSEd4SW5NNnRHRGwzZnQ0azlyMTJKeTZwM1VlbGQ2UHl1THpJSUMzcHM2bFErbVR1WENuajI1WmRVcVNoc2FlSGJNR080YW9nYkRLRzFvNE1mQ1F2NjJkU3RMYzNPNXRGY3Y3azVQNTR1Y25KYXFYd0FMdVB4TVltMEQweDJ0cm1hY2JWcnJ3Tml1Mm1ScUNiOUw2dXRwc2xoYzJsUjRPVzhtVG5kUjB5QW9GVXlWRUR3WVRtUkMvditnb1FCMGZ1cHkyR0dmcU9wV2dQZ3JYVjl2akFaOUVCeCtUclZnV0QzUS9UM3N0TDR3ZGdNYy93WU8vS1h0N2FvOUNFZGVodUt2dlMvVDcyblErY0tlZGdidnFNOXRlNzQ0cytsOVhQdnhWUnlCL00ydEZ1cWkzM0IrRVJBL1RGMktHVHRZalVTLzU3T092MTZyVndGTTFyY2VabXJjZS9HQkdwREpXN0MxOUg3SEFEV3pYb1ZEUzl5ckd2MGpZZHJmWWV1YmpwK0wvZURiRUtEQ3FqcmIzNzkrNFNvUUczS1Z1dlMzL0xDcWF0SVoxSUd6c3grZVVCVUxvLzhBc1lPZzVqZ2tPdzJ3OU00NWp2Y0pUVklEUGVXc2t0RHBkQ0g3bFhvcys1WG9hcjJtT1hvcW0yb2hhM0dyQmJyd0wvSmVVK0hFSWRWK0lPTTIxYzZoTThKNnF1K3JHOXMydHQ2MzJ0cXZ0cjd0MkVkSDN3bDZYMWp6dFB0eTAvNE9SVHRWWmJ1ZDJmWTNxbitVYXJrQWpqQzMyekM0NEhWMTlkalh0NnVXQ0szM3E0TkwxRDQ1L2o2NDlqdFk5NUlhZE0xdTZmMnFOWVA5TTV4MXQrcnBMV0h1TDA3QzNGK3hvbU4xYkYxZHdvQ01jRUlqZmFnb2JXVHR0NFV1eTBURit3RXhWSmViUFBhcHRaaXR2UHVVT3B1UzNEK1k2VmQwNThmRmhkUldxWkExTk1xSDg2NUpwcXlvbmtWdjVtQnVkZzFVK3c4TFk4S2MrSllndDkrd01NYWRGMGRiTkZvTlZvdVZLLy9VeCtzeXBpWUw3enpsT011emFsRStCN1k1QlNjYVNCc1pUdEd4T2tvTHZWY1hqcC9kamNSZWdTM1ArdzVSdjV6U3gwY3grS3hJdERyMXkvVFNPL3U0VkFsLy9XNE96YWIyeTNFTlJpMzVPYlZlcTRMYk1pQWpITDFCSXFDZjJtZloyV2hlZWNYanZLK1BIdlU0cjhGczVySE5tMXQ2em5wVDJkVEVyYXRYYyt2cTFTN1QxeDAvemlPYk5ya3R2N09zakpuZmZPTnhYYTIzSTh4SC9TRmM3ZFI2WUh0cEtiTys5ZlRIdHJLbHBJU0JIMzVJbEo4ZlYvZnR5NER3Y0FCTzJFTEliU1VsTEpzOW05enFhdDdQNnVBZ0dhMGNycXBpWGtvS1Q0NGExYkxlMXBLQ2dyZzVMWTBOeDQ5VGFHdTlNQ2dpZ21Xelp4T2cxM1BaMHFWOFpPc3pmTStRSVZoUWc4VGRrSnBLZzluc01xRFkwWm9hSm56eEJZOW5aUERub1VNWkVCSEJ3STgrWXVIaHcrVFgxdko5WGg0N3k4cXdBakYrZmp3eWNpUy9TMHRqZTJrcDEzLy92Y3QySGEydVptWlNFdGYzNjRkR28rR1dBUU00VWwzdDFwKzNvL3FIaFhGT1lpSldxNVZwM2J1ejUwVDdKN1RFYVdiVGVlcGVId3JUeXVIWWE1QnYrd05aRndRanZsRlZ1MnRHUUYyckV3SEI2VEI2RlJSODVPaWxXNzBicjhMR0Fsb29XdEQyY25ZVjY5WE5FOThFVlZGODZFbjEva0o0WXd4V0ZUOTJlejV6RDUwMEd0cTlsS29qVXVlb0E3Mmw5NnNEem96YlZGKytqcTQ3TkVrRlR3MlZxdm9xOHg5cWxHNEFuZDY5LzJIZm1UQjZQbngrbFJxZHZMVmpheDJQcldaVmRYWFk5ZitObGhIdmorOXlueGRnRyt5cDNsWkI2QnVxS3BycXl1RElLaFV5M1BBRFhxMS9HVmIrbitvcEdoaXJBcVhvVk5VUDBkNXJzUzFhbmZ0QmQwT1Y5Q1Q4TlpEOVNwSDlTblMxY2ZkQ2VJcDZYSlhuSHVacXRIVEpmaFdkQmxIOVllV2pLc3dkZWgzOCtBSlVkZUlFZUhpeXFsQWRmYWNLV08yQnA4NFdzVG52VzhFSmNObG5hdkM5bzJ2YzExVzhSOTBBQmwrcDJpeTAzbmRBWFFsUWxlZDVYa0NVMDM0VnBucFIxNVZDWmI0YVBQRHlCZDQvUy81bStPd3FpT3dDc2gyR0FBQWdBRWxFUVZTbnF1aDNmd2Erd1REa2FqQjBzT1dYWDVqcmZtU3FVNkd2K01sSW1Qc3J0L243NCt4YVYwcDliZGYvQnhPVDZNOTVWeWRSVTJsaXk2b1NabDJielBlZjUxSmxHOUNyWjFvd1o1OGZUODYrS3ZadVVpRkdXVkVEMnpOZEc0UUhoaGpvTnl5TW5MMVZsQlcxZlZtM25kblcvOWJjYkdYMytoT1VsN2p1NkdlZEcwZmF5SENXZkhDc3pUQzNJS2VXdW1yMWk5TGdvMlhRbUFpTzU5YXpiN1BhM3Rna2Yvb05EV1BMeW1JYTZ4MC93Nm9USnZ5RE92YjFMenBheTdiVm5UK2ptOXcvdU4ycVh2SGIxVHRFVlhNZmFHZVFzdGIybEpmellNK2VQSnFSZ2NsaVlmR3hZeXpQVTMyZWZmVjZMTUNWeTVmVFlENjUzeG1QYnRwRVNuQXd0dzBZNEZMbDZxeTJ1Wm52amgzanpqV09QMGIybmpqQko0Y084Y3J1M1M3VnVqT1NrcGdZSHcrb2l0ZjVtWm0wcmdFeFc2M2N2MzQ5cXdvS3FHcHF3bVN4c0xhb2lMVk9QWDgxd0Zmbm5jZnc2R2plM0x1WCtabVpiZ1BOUGJWbEMrbVJrYnd4YVJJYTRIaGRIWGVzOGZBSFV3ZjU2blE4bHBHQkJsVWQvTkt1WFNlOUxuR2FNY1pBeGhMd1M0THRWOFBndCtEZ1kxQzZWTTBQNkFjakYwTlRDZXkrdy8zMUVSTlZxd1puTWVlcmUyc3pSRTMzL0w0bk1zSHNkUExRSnc3MEhxNzhTTGdhMEVEWktyVXQzalJYUUdQYnZiUEZHYTZ1Qko3dnF4NWZaYXYwMXZ0QndrakhNZ1ovVlVuWHc2bkNMVGhlSFRRN1Q2czgxc1pscUJwMTZXZkpYblhiK0NyTStoZjBtdzM3TzlEakV4eVh2Qlp1VXdOS2FmUnF4RzBBblkvcmdiSGVEODUrQUdvS29kckRkOXhULzZ5MkxnZjN4QjQ2UmZWWFB4Ly9jQlVlSFZxcStuUDZoY01ubDNwL2ZXVytlekF3OEJJVk9uVkVYRHJjMnFyeTZiMVpLaUFUdnl6WnJ4eGt2eEpkNmQzcGFoK1orQkFrVDFEVEVrZmJCdkZEdFF6UUdsejNvZWcwZFIrWERqN0I2bkZqVmR1Vm8wT3VBb3RKOVdQV0dTSDlHbFdOdXV6K2ptMW5lSXFxaEMzY3BscVZwTTZCdHpQVk9uVzJ2LytjOTYySkQ2bmZDWjU2ejNyYXIrSkhlbSt6NEkxL0JBVEdxWDBodktkNi84QVllSCsyT3FIVDFuN1ZXSzNDWlB2QWFvVmIxWW1nSVZkN2YwMXJ2MjkxUW12VkU2NnRNa1NYa3pEM1Y4NWk0WlNDWFA4Z1BiSGQxYVhHMFFucVBxbFBFQTMxWm54OGRlUWZybVhsZ2p3TVBscDBlZzN6YnUzRnNrOXk2ZFlqZ0tIam84ZzdYTXV5angzL1laYmsxMU9TN3pxd1dVSktBUDJHaFhGd1p3WFp1enMzMG5mRzFCajZEUTJsMzFEWDFnNTZveGFyRmM2NUpMRkQ2Nm11YUVLbjArRGpweVB6bXdLSzg5UTJXaXhXK2cxVjIyYXZSbmIrMmJRbmEwY0ZwUjBNcUZ2THk2NXA4MjhaOGR0anI5SFFBcmNOVkpkamYzWGtTS2ZYOC9pV0xUeStaWXZiOUxybVpxYTJHalRNYm41bVpvZldmYkN5a2pFTDJqaHo2MFd6MWVveE9KMjBhQkVhMUdkdmV3aENXT0toZjYrZEZiaGkyVElDREFhMmwzb2VjWFpQZVRrRFB2SmNwZmp5cmwyODdDR00vVEluQjcvWFhuTUp2NS9kdnAxbmJRT3JCZjlIL2dnNVkya01qb0JWWnh2MU4zUUVtQnRVaTRYYVE3RHRTcWc3QkxGeklXTXg3TDhmNm83QW9EZWd1UkxXVHdHVGgrOWorb2ZnRStQNWZZZjh6L3MyclI3b1dyWGI3MitRY0kzMzVUT1d0djBaYzkrRW5UZTJ2WXc0ODlrdndiUlhNd1YzZ3d2ZmRWMG1JVVBkV25OZWJ1T3JuaS83Qk9oN25qcTRYZmwvNm5uV3QycHdsYkYzcWNlV0Rnd1VtenhSRGFhVXQxRlYzMDE0QUxhOHFVSXMvMGcxWXJreFNBM2dNdTVlQ0lpRXo2L0JyVXBMNytjWTlNWFovcTlzRlkxT0FpTGgzQmM4YjQ5L2hLb3ltdnFrWTlxUXExUmwxS29ud0d4UzIycTF3RVVmcUtvcys0R3JUekJNZUZCdGYrbUI5ais3SnljT3dkcC91RTZyT0hweTZ4SmRUL1lyUmZZcjBaWHMzMm5uVWR4bnZxaUNVMmV0OXpWUVBhbnRDcmZCQjNNOHYwZGdMS1RPVmRXdDl2NndleGVvM3JsYjNsRDdXSHVTSjZyN3d5dWhZQXRjK1pYcWg3M3RIZlVkQjRqb3BmYTlYdFBVYmRuOTdpMC92TzFYcFFmZ2g4ZmRwNS8zdk9mdDhRdFRKMUhTcjFZM1VLSDRoSWZVeVFxQW9sMnFkY1hZdXlFc3hiWHY4SVFIMWMvbDhJcjJQN3MzWDkyR3k5R2Vwejdkb2t0Sm1Qc3IxRzlZR0gySE9NTE5YZXZMT0x5bmN5R3BYVXlDUDlNdTYrNHk3ZXdMVkpWY1FVNHRpOTVVWjRLYkdpMTg4Y1poWmw3Ymc1blg5R2g1M3grL0xmVFlTc21aM3FqS1QrMTllVHRqMzVaeThnODdCaS9yM2llSUFTUEQyYmo4dU1lSzNDSGpJb25xNXNjUFgrUzd2RjlaVVFPTkRXYnFhcHVwS0czRTZLdDEyVGFqanc2VHIrdjJ0UmUwOWt3THByS3NrZkJvSDhLam85cGUyQU56czNxL3FIZy90d0JjL0RhOU8za3lPbzJHMVBCd2hrUkdzc1NwcXZaTVpxVkxMb2ppb0lmQjFrNlZCVTY2aWxtYzVuUUJNT3hUMTJrOS9xQnVBTjg0L1NleDgzcFZoZHZQZHNCOVloVnN1UVNham50ZmY5SG5zTGVEL2RmaTVrSC9aenpQcXoyZ1FtTUFZeFNNMndyYkxsTlZ2SGFSazJId083QjZFSmhzbGZGalRyNHFYWnpoeW5QZ2xYVDFPTFFIWEw1UWhVbTduRTZHblhXM0doenB0VkdPYVNZdmY4dm9qR3BncHBvaTJHbGZoMVVGSnJOZWdXRTN3S1ovdDcxTk9pTjBINk9xcEFDMi84ODJVdmlmVmJBVTJWdFZPL1U1Vi9VbkhYb3RyUGs3bEhsb0tXUU1VTUdVczM4TlVhT2NlN3FVMnR1QVVnZVh3SE1wcnRPdVhhWXVHdzFMaG11WHdvTHIxU1d6RmhQMG5PZ0luVkttd0lDTFladUh3S0dqNmlzODlJc1V2MXF5WDdtUy9VcDBsYmVuMk5vcm9MNHJSVHRjKzlzbVQ0QVovNFRQcjNaVVdKdmJHTGRuM0wycVV0VStjQ0hBdWhlZy94d1ZmaTY0dHYxdDZqbFI5Y3V0UEFhVndLRmxNUG9PMlAwcFJOcXE5dnZQVWRzejlRbkkrUUYyZnVpK0hwOUE5LzFxMGMyb2Z0WWVUdGI4TzhOekpXOTl1ZnQrTmZsUmlFcFZqMi80UWZXMnpud0dtbXJWOXV0ODFFbXBvRzR3N0ViUDFmaWRjWENKdEN2NW1VbVkreXZVMUdDbXBzcUVUcWNsWlVBd09mdXE4UEhUY2ZVOWZkMFh0aVdTRStiRWMvYjUzZHhtdi8vUExQNzlzS3J5bVhGRkVrbDlnL2pmc3dlb3JUSzVwQ3VSY2I0TW14Qk50NlFBS3N1YXlQeTZnR05lQmdWcnpjZFg5U2RLVGcwbUlxNk4wbjlVdGFwenNGbGUzRWg1c1RxekhSN2pRNS9Cb1RRMm1Ba0lObEJkWWVKNGJoMlZaVTM0K09uSW1CcERkTHcvU3o4OHh0R3NhcmQxWHphL042R1JQbTdUQVM2OXM3ZmJ0Sy9lYm52RXl1VCt3ZlJNRFc1ekdiMVJpOFZzeFdMMkhsWFYxelJMbUNzQU9OSFl5Ty9TMHFob2JPVEZuVHQ1WU1PR1gzcVRoUGp0YXE2QWJ3M3FjZklmb2YvZllmczFVUENCNjNJK2NaQnlEM1QvbmFyR3pYb0VjbDRDMnZtRHRia0c2bHRWM3ZkL1J2WGEzVERGZFhxVDUycHpRRjBtMTJBNzZXTnRkaXpmNEhRaXFNbldJNjJoMEZFcExIOVFDMitzRnNjbzEvMHZVUGRIMXppbWdhUHFzTDd0d1RBQmRXbHFXREo4TzErTnFHMlg5YTJxV0Jvelh6MnU5SDcxQmIybXFVdFE3WDBBelkwcXRETDQyeTdIamxMOU80ZGRCOS8rQ1haOEFCczlCRmsrd1lCR0hhekdEb0tMTzlGVCt1Z2FXUFE3ei9NTUFhcnlTV2RVRllUbE9WQmJDdjFucTljZCsxRUZid1ovMVNld3p3eDFPYTI5QjZJbi9sR09TODdGNlUvMks4OWt2eEtucXNGV3pHRnZ6Wkc3M25VZmFySVZoalZXdDc5dkpZNVdWYm03UG5iOUhsVVhxcXJjak51ZzMvbHR0ekVKaWxNdFZaeFBLcXg3UWJYNzBCbFVhNVBxUWxWWnYrazFWZTJhK2F6bmRma0VRMVcrZW56ck5zZmdndTFwYm5TY1BHcE5xNGVRN2lxc2JiWVZ4K1Z2VnUxWk1wOVIrOVc0UDBQQ0NEaWFxZllyUzdQanBJOG5HaDEwSHczSDFuVnMrOFRQUXNMY1g2SERlNm80dktjS1gzOGRLUU5VbUdodXRyajFxZ1h3RHphUU9qeU1ZMW5WSHZ2Vm1wb3NXQzJxcjIzMzNtcGtTSjFPZzlVQ2ZnRjYrZ3dKcGZlZ0VLTGkvYWlyYnNaaWhZTTdLem9jNUFMNCtLa3d0OCtRTU05bmlsQ0RvdW4wR241WTZEM1lQSEc4a2JlZjNFdGtOejlpdS92VE56MlV5Zk1TYUtnem85VnBNQmkxclBtNmdQd2N6OXUyY21FK0JxTnJrOXJFWG9FTVBpdVNGWi9tVVYvbmVvYXVzYUh0U3VJVm4rWFIxb1VHZXFPV214NU9aY2ZhVXRZdmJhTTZTd2liK1ptWkhXNTNJSVQ0R2RqRDBlNjJWZ1QyeWcrTkhycGRDdkdYUStSVXNEU3FXOFZHT1BwdjJnMXl2ZkZOaE1BMmV0eDJWSENyUCtDREI1LzZPc1Z2ajFZUFE2OVhsNVFlNzhDZ2ZKN0VqNEJSZDZqK2VwNE9CRmM4REZkK0NUTmZnZy9uZWI4c2ZPUXRxZy9tNFpXT2FicytWdmRUbjFTWGhuNDdIeTc1V0FWY3l4L3d2SjZ3bnVxK0toL0tqNmpSdXhOR3dvaGJZT01yN29OVW9WRUg3OTJHcWt1NzdYeEQxRUJRTVFNaGRyQ3F0TnJ4bmpyUXRnZHJoNWFxUG9uYXY2aEJvY2Jmcjk0cmJ4TWtqWWUxWGc3ZVFRMU9NL3RWRmNhNWJaTTRyY2wraGV4WDRpY3gvR1lWT2g3d1BOaDB1L3pDNE54L3FrcllUQTlYUTYxL1daMkltZklZRkd6MVBoamE4SnRWdUxuamZjZTA0ajFxdit3M1d3WE9uMTBGNTcyb1dpOTg5MmZ2MnhUYVEzMjNBUmIvRVFLaVljcmpLbVRkOFo3NzhpbFRWUi90bzYyT0ovdWREN0cyL1NwbWtEckpVN3pIc1Y4ZFhLSStXK3hnVlMzY1dBVkpZOVY2ZXM5UWd3L1dlU3NzME1LTWY2ait1eExtL3FwSW1IdWFhRFpaMmZSOXNkdjBxSGcvVW9lSGNYaFBGVms3dkErazFIOTRXTXN4NnF6cmtzbmVWY21oM1pXTW1oWkxRVTROeXo3SkpUemFsMkVUb29pTTlTTnRaTGpiT29xTzFYa01qQU5EVkdYVHUwL3ZvOGxMUUpyVU40aHpyMHFpc2NIekFiQ3Z2NDdRU0IvQ1kzeUpqUE1sT3NHZnlEaGZURTBXY3ZaVmNlSjRBeWtEUWhnL3N4dGp6NDJqdExDQmdpTzFGQnl1YmFuU0xUcGE1N1plLzBEMUZjL1BxWEhybVJzUjI4R1JHWUdCb3lPSVMvSm4rYWQ1YlZiaENpR0VPTTFFVElLQVB1cHhuMGNnL2dyWWNhMXFxV0E2QWZ2dmc3b2MxWkxCTHdrU1BGeCtWMzhVU2pwdzJhWlc3d2lRVDBYZlIxMHJielVkR01GYmlOWW1QZ3doaVk3QmtEb3JOQWxtdndLTk5iRFl5enFLOThENmY4SG9QOEE1VDNsK3IrUUphZ0NiRlErNVY1VEhERkRWVHR2ZWhid05LaGlhOEtDcTJtdjAwSUxNZm5scnlYNDEvL0QzNnVZYnFnSzJ3aDF3NkR1MWpFK3cycWE0SWJEOFFkY0RaMk1nVEhnWWlyWkQ5Z3BZL1RmSTM2SU9tTzJYeFIvNlRnMmFrM1FXNUt4UzFXTnhReUFnQnJRNjJMdlFmZnUwdHFzQjVyNE5lbDkxMld0d3ZQZWZzVGo5eUg0bCs1WG9lbjFtcUpCL3o2ZXFEMjFuNlgxZzltc3FrUHpxZHMvQlpYTTlmSGN2WFBRZXpQa1BmSGlSZXdzRTMxQzE3eHhjN0Q1d29TRUF4dCtuOXMramExUmJrMUczcVg2OG5nWmpDK211cXM1TDlxbm5PVCtvZTNNVG5QczhGTytGSDU5VFZmOGFyUnJBY09BbGFoOVkwcXFOMTFsL1V0WHJlUnRoNnp1UXZ4RW1QK2JZcjNKV3FXcmVQak5VbTRxOERXcS9DazJDK0dIdzVlOXhZOSt2eHQycmVvSi9kVnZiUDJQeHM1TXc5emZBWU5TU05pS2M2Z29UUWFFR0R1NnNJSDFjRkNHUlJ0NTdkaisxVmMya0RBaG02TmxSbUp1dEpLUUVrSkFTNEZpQlJvUGVvT0hIeFVVZXc5eW9lRC9xYTV1OUJybEFTdy9iSmc5aDdtVjM5aVkwU2wxU1lHNjJxcUEycDRZTlM0dG9icll3Y25JTTY1WVVzZlBITWdKRERQUWFGRUx2UWFFTUdSdEpTSVRScGVWQ3QrUUFlZzEwalB3ZFpsdnZxSE5pTVRVNXRtL1h1cklPL3ZTVXhGNkJSTVQ0U3BBcnpnalJmbjRVMTB2ckR5RUE2SG1YQ21QOWtxQjRNWFM3R0RLV3crYlpVTGtGQXZyQ21FeDFNT3lYQ0ttdHFvSjAvbEQ4VGNmQ1hHTWttTHlmZU8yd1RiT2dkTG5qZWZSTUdQSFZxYTlYbkxuOHd0WE5QaUw0aElmVUtOVlppOTBITCtxSWtPN3FnTmMzVFBVcGJIMVE2MnpkQytxeTA3UUwxY0h5OG9kbzZmV2w5NEd6SDRTNkV0ajFpZXZyQXFMVndYZDl1Vm9Id1BlUHdCVUw0YndYWU9HTjdpRlZqN0hRVk9NK29OR3l2NmhMY005L1RWVTY1cTZEc2Zlb2crYlBybFNYblRxcnlvZVhCcmhYUEJyOVZUVWpRTzRHZFVCc0g5NzAzWE9nNWpoY3RnQ09yUFljRnRoRE1ZTWZmSFN4NmxNcW9kUHBTL1lyMmE5RTE5Tm9WVFc0ZmIvcU0wTlZ1VlllZys4ZjdmejY5SDZxWWp0aHBHb3prdFZHWmUreHRXcFF3cEczd3J4M1ljRjFqallQb0U1NkdQeGh3eXV0dGxrSHMvNmxCaEg3NWs0MWJkTy9vZi81cW9MK2d6bnVnNS8xR0tmdVc3Y04yZmVGQ25DblBhMlcyZnlHcXJJUFQ0R1ZqNnBCMWxwN2U0cUgvU29BcW14L2N6YlhxMURaL2xtVzNxOStCNXoxSnpVdDI4UDF5UGI5S2poZUJibUhsa3J4d0srTWhMbS9BU01tUitQanAyUExraUxHbmhmSDd2VmxGT2ZXazlRdmlMcnFabnIwQzJMS1JZbmtaZGV3K0wyam1KdGRBOHZSMDJNWk5DYVNZeDc2MVByNDZZaE45T2ZJZnZkNUxzdlordW8yMUxtSHVUOHVLY0xnbzZYOGVDUC96OTU5aDBkWlpROGMvODVrMGd0SkNJRkFBZ1JDNzcwamlIU3BZdSt1dXVyYTFwOWQxN1pyVy92YWU4R0NJb0tBaUZUcEpSQkM3d2tsSVlSVTB2djgvamdacGljVE9uZyt6elBQekx4dDNpbVhjTTk3N3JrNW1hVjJBZE9ZVmtFMGpnM0U2Q1cxZ1F1T2w1TzRJcFBFRlpuVXErK0QwV2cvaTFsNFExODY5QTduNE83OEUrY0hFQkRzVFdWRkZTWnZJMDFhQkpLOE00K2lmTSt6bzhJai9Uam1wanhFdDBFTjZEclFkVzJtcjEvZFJYSGhhY2pDVXVvMG1SZ2J5NDhqUjNMTDRzWDhzSGZ2dVQ0ZHBjNnRodU1oY2d4c3ZSczZmUWc1cXlENUhXai9HaFFmZ29CVzBHY0JWQmJDeWw3T05YQWp4MEd2MlhCMHRnY3Zab1RnanZZVGx5bDFOZ1ExZ2l1L2s2eTRObU5oL3lLcEIyanloU1hQdTk2bkpOZGF4ODlSZEc4WS81RU1XVjN3aEhQQXhwRzVVckorcnBzQlhXNlE0ZHgvUEFaNUtURDBXWm54ZTg0L3JQVkVRVElLSjN4Y1BWejFCbXNITkdNSExIOVZzaC9IdlEvei9ta2RSbXJ5bHdtU2RzL0RhZHBOY3hVa2ZDR2QwM1lUNVZaZUtPZC8yRTM5ZXNlT3NYOTl5VlFxenJXK3J4K3Z0cTR2U0lmd09CbGFQc2RGbGhQSWV5L09nZW5YU2NCSlhiaTBYV203VXFlZjBWdUNuMDM3eWVSNlE1K0JkUjlLYVlWbEx6bG55b0prbithbHlFVUVSOEZSTU9FVEtlMnhZeWFzZmJmMmMxanhtZ1JPNDBiQ0RYTWw4ejFsUGJRWkJ4Mm1TTWF0YlFEV1B3d3VmMThtRzF6K0VxUldsMDBvTDRMZjdvTnJaOENWUDhETVcrRzRUZW1HdHVQbHZDMlR0dGxLV2lJWnRyM3ZsczhEcERURXRwK2N0d1hYcFZhQ291eEx2U3g4d3ZxNEtGT0M1aDJtd0s3WnJ2Y1BpNVUyL3Z0RDFzeDdkVjdSWU81RkxpelNsMDc5SXRpNUladUNYR3NqVGQ2WlIvTE9QRHIwQ1dmUTJNYWtKaGV3YnFGejNkY092Y1BwT2pDQytNWEh5TWtvZFZyZnJrY1lSaThEKzdmWFBNdThYNEQ4MUVxSzdZTzVEWnI0NDJVeVVGVnBwbDZFRC9VaWZPeldSMVJQcU5hOFRiRGJFZzFoa2I3a1pwYVNuVzQ5djNsVDVjcHhtMjZoWEhwRk5FdG1IS1l3cjRMZ1VHOXVlTmpGUkhJMUNJLzBKVGpNbTEwSnJndXFwK3d2SUhtWGl5RkpRSG1aVGtDanppNC9MeTh1aTQ2dWNUM0FHd01HVUZCZWp0bE5uV3VBWlVlT2tGL3VwZzZiVWhjNm94KzBmeHNLZGtEYVR4TE1CU2pjSlptdllRT2g1eTlRVlFJYnI1TC8wTm9LN1EzZHZvUE14WEQ0ODlwZkwzd1FlTmVIdkMybmZ1NE5Sb04vYyt2emtNNm5ma3gxY2ZJUGgydW5nMDhJZkRkQmhpK1AvWjkwVEE4c2wrQkxaUmxVbGNuczMxWFZGNkF6ZGtQMld6SlJqSmVQM0hLU29WNDBYUGFpN0RQbkgxS2IwaFBGV2ZEVGRUQmxLalFkQU5mUGdtbFh5c3owVzMrMFprcjVoa2l0elI2M3lURHpYMjYyZG93dEVyNEEzMkRvLzArNHFUVXMvVGNrTDVYaHJDWi8yRG5UZXF5R0hTR3FHOFFObDFxQnBmbVErSTEwWkx2Y0NCTS9sUUJiOGpMSTJBN1p5VEpEZVhZU1lJWk8xMGg1bElwU2FETkdPcnkrd1hDM3d6bFplRlZQWG5QWml6S1RPTUNhZCtVMVFXcU4xb3VHckgxd3gwcjVmaXlaVHRkTXQvNDdZNm91QlhiL0R1ZlhtRHEyNW94TmRlWnB1OUoycGM2TUNSOURpNkVTUUFRWTlUckVEcFd5QmkySFNZQzBza0orTTVYVmZSUXZiMWoyTWtTMGhzaU9ZUEtCOGhLWkxPL0s3K1EzRy84eExIL0Z3NU13dzl6N0pJZ2FOMUpxU244L1djcWFaTzZHUC84am14bE5FZ3dkOUtqVWcxNzZnclFqVzBlM3dLdzc1U0xKamIvSlJHaGJwOG5GbStnK3NPNjk2dmZnQ3czYVNudUtIU0wxYkEwR3FYV2JzaDQ2VHBHczkzNzNTOTNhdEUzU25uS1M1SGRmV1FyTkIwc0F0cXhBTHR6VWo0TTFiN3R2VndhalhFeHBQMG15bjBFdUlsa3lpOWU5THlWUkRxNkUwVzlCcTVIV2ZRYytJdjlXV0Q1L2dQdGNCS1dYUEEvYmZ2VHdjMWQxcGNIY2kxeWptQUNLOHN0Wis4ZFJtclFJc2xzM1lFd1VuZnZYWi92NmJGYi9uc1lWZDhWUlhsYkY3OThkcExpd2dsNlhSdEp6YUNSN0VuUFpzTlM1WHErdnZ4ZmRCamVnS0wrQzVCMnVnNWtXZmdIVm1ia09XYXJ0dW9mUnFrdW95MzJNWGxMZUFXRElwQ1luSm5OelpldmFMTmFuMTIwU3NyTFNTcEozNWxGY1VIUG1iTXZxc2cydHU0YVNzRHpEcWRSQ3hwRml0cTNOcnROckszV21SUGo1TVdmczJGcTNpd29JWVBhWU1UVnUwMm5hTkxabDYyOWJYYVQ4WXFSc3d1b0J6b0hhUmxkQTkybVF1dzQyWGdtdG40V0dFMkhEUk1oZEN3MG5RTGR2b1NnSkVxNENIUFl2VG9aU203OUpCaE8wZlZrZXQzcGFncS83WG9YYzZva2t5akxrdFNxZGE3KzdGRFVaS2dxdHowM0JkWHJyNmkra05FODZ2TE51bDA3b3dpZWxsbCtuYXlRQUZSRHUrYkRKM3grU1FGWEdUbGp3V04wbmQ4by9Ja05OaDc4RTIzK1d3TW5jZTYxMUFxTzZTY2ZiTzBBNnNFdWVsYXc4VjlhOEkvc1ArWmZVeVZ6OGpIUzZENitSanU1MU0rVjRJQjNiMUEyU2JiajNkd2tnZ1F5VGJUWUlXbzJTaktwMkUyUjU5bjRac2dwU3Q3UE5PSGxjbkNXdmt4b1BxOS8yL0gwZnNhbVZXSklyTjVEZ2dzbnorUnRPS05hL3krZWN0aXR0VityTUtNMlhMSEZMYmVTc3ZkRGpkbWc3VHVvbWUvblV2TC9GdHAva0FrVDZWaWt2VU5leUo1Vmw4T3RkRWp3MW1pUjQrdnMvNVhkZVdTb1orVGY5THZXeE0zWkllWkswQk5mSFNsNHFGMWxHL2xjdVJzVDBreElveFRtdzhYUEpQdTU2bzJRbFYxWElPYTk2SGJiTmtQWUJFaVJ1MUJsYWo1SDIxZThCQ2NaV2xjUG5ReVhEdDE1VHVQUTV3Q0JCN3kwL3lJVWh2M3F1ejh1VlBOdDZ4R2JyUkd1NzU4cjdyS3YwMDVEQW9OelNZTzU1ekZMN05TVE13MyswWE5pNzlUakhzOG9vSzNXT2d1N2ZkcHpNdEdKMmI1SS9mck8vU0dMc1RjMlpjbmRMOG5QTGFkUTBnSVJsR1M0emRnR0dUbTZDWDRBWGY4NU1kU3JONENpb25qY1Y1V1lxeXUyM1d6N25DTXZuMkJjeER3d3gwYjVuT08xN2hYTXN0WlRHelFOSlRTb2tPTlNiVFNzeTJiczUxNjcrYlYwWUxHVVp6SkNmVTg3ODd3N1Z1TDJ2dnhlZCt0WW5PNzJVa0hBZkJsMGV4YkpmVDZMb3VsSm5TVXBoSVlZUFBpRFkyNXMrRFJ1eU5qMmRVVTJiMGpRb2lPbjc5M080b01CdSsxYjE2dkhQTGwzNFpNY085dVRtTXJoeFk5YW5wNU5kNnB5SnI5UkZwV2d2YkpnRXVldkI1SEJSTWV0UDJQY1M3UDBQbU10aDI3MWc4SUYrUzZXdWJxTkpVaU0zNFZxb2NERXlaVlUvNjJOakFIVDlDc0w2UWRLYkV1aHQrU2dNV0MwbEYvYi9GNDdObGJxN250cHloOWJNVlo2cHFwQkFqMjNOdnoyL3krMEVnM1NRalNid01ra0g4Y1NvRGJQMWNXbStQSjlhK3dWRHQwcnpKTkJrc1hlKzlYSGFKZ2tFSFZ3aEU3VFVadGRzR2ZyWmRxSUVzUTZ1ckQ3M1Nsai9rV1RxcGF5WDRiQ3VzZ0dxS3FTVG5ieFVuZ2Mwa015bzRteE9EQ2VmZXgvTXJlN00ydzVEdFozRi9HUWxUajMxWTZoelE5dVZ0aXQxWml4NXhyNWRwVytEZVEvYWIyTnBWMGFUVElybnFsMVZsTWh2Y2ZyMXAzQXlabXRkYWN1NVdKUVZTUDNkeWxMWU14K25FaVNPam0yWE50NXFsTFRENGh5cFFWdWNJMEhYMG55cEZYMGtRYzdkbGFOYjVNWXJFa3lPYUZOZEZ6ZEYxbS8rVm01Rzc5UGZycElXeTAyZFZ6U1llNTdxM0w4K0E4WkVrWDY0aUU1OTYxT1lWODZtbFpsTy8wNFVGMWF3YzJNT3g3TmRCMTRxeXFvNGNxRFE1YnFqaDRvNGVraXlnQXdHYU5Ba2dPS2lTaG8wOGFlMHVKSmZQMDhpN1lEckxLR0JsMGNSMnk2RVEzdnkyYm5SZGZrQkMyOWZJMUhOQThsT2QvTVBFeERhd0plbXJZS0liUmRDUkdOLzlteks1WmRQOWhNYTRVdmo1b0VzL09rdzRaRytkTDhra2dGam9qaTRPNC9EZXd0SVRTNGtMOXRGZlJ3SFlaRitSTGMwMFRoV0puWnpWY2ZXeDgvTEtldTJ6L0NHK1BwN01XL3FRVUlqZkJrNnVRbSsvbDZzbkp0RzJVa0dsSlU2RzlxRWhySncvSGk2L2ZRVFpyT1pVVTJiOG5LL2ZzU25wL1BUdm4zc3pzM2w3bzRkR2R1c0dUT1RreW1wcUtCeFlDQy9YMzQ1UTJmTjRzOGpldEZDL1FVY20rdDZlWGtXN0huVytqeTRNMVFWZzlFSHdnZkFsanZoOEtlMUhOeExKbE5yOHdJRXhFSGFkTmoxdUFTSEQzNENNYmRKbG02djJYQThBWFkvQ1JsYWsweWRBU1UxbDhJQ3MzUklLMHZoWEZmV3NRdzU5VlJGcVhVSVowNlNkZm5KMVBjcnlvQ0RHUzVXbUYzWEUxUi9iZHF1UEtQdFN0VkZyZTBLeVpwMVZSLzNiTnM1cSs3NzJGNW9zV1M5WnUyRjFXL1Y3VGhsQlhCa28rdDEycTcrTWpTWWV4NXEzVFdVQVdPaTJMZjFPQXQvT2t5dlN5UHBPNklSSFhyWDU4Q3VQUEp5eWlndnJhS3F5a3hWbFptVWZRVUUxZk9oWG4xZlRDWURYdDVHVE41R1RDWURPelprVTVqbnVveUFmNkNKSmkwQ2FSd2JTUE8ySVFTR21FZzdXTVNDYVllbEJxNkxDMHdtSHlOREp6VWhybE05c282V3NPREh3M2JyMjNRTHBXV25laFFlTDZlc3BBcXoyVXp6ZGlINEJYaVJzTXo1SCtjQlk2Sm8xU1VVUDM4djBnNFdzanN4bDNuZkhxUzhPcE00Tk1MM3hMYXBTWVdrSmlVVDFzQ1gxbDFENlg1SkE0Wk1ha0pwU1JXSnl6TklXTzdxUHdvaUlNakU0UEZOcUt5b1lzZUdIRExUU2pCNUcrZy9Lb3F5c2lwTUpnTnR1b1haMVFYdTJEZWNEcjNEU2Q2UmR5THdiVGFiR1R5K0NiSHQ2M0VzUlFMZFVjMEQ2VFVzOHNURlFMUFpqTkhMZ05Gb3dPaGxvQ0MzbksxcnM5eC80VXFkWVRPU2twaVJsRVQvUm8zNGVNZ1EzaGswNk1TNkYrTGplU1VoZ2VMS1N1THExV0VZamxJWE02OUFDQjhJOVlkQzVHZ0o1aGJ0Z3gyUHdLRlBvTExBOVg1R1A4bkFiVGdCb3E0RXY4WlFrUS9iSDRRRDczS2lISU81REE1OUJDbGZRZk4vUU54VDBIcytaQytEWFU5Q2pzM0VOOEh0WUpUbDlhcEhsL1NhWXovYnVHVTQ3ekNiaVYrOEFpVERXQ21sbEZKS0tYVlIwV0R1ZVNqcmFBbnBoNHRaL0hNS21DRis4VEVPN3kyZ1ErOXdtclVKSmpERUd5OHZ3NGsrblRzRng4dGQxcnExR0hwRkU2SmJCSkYrdUlpdGF6TFp2ejJ2MWl6WDNzTWlpZXRVanlQSmhmeituVFhvYWxGYVVrbDBpeUM4VE5hVEt5dXBZdk9xVExhc3lYUTYzdVpWbVdTbUZYTndkejRsUlo1TkZwYVRVY3E2aGVtc1c1aE92Zm8rTkc0ZXlKN05VaXBpVDJJdUtmdWNNNUZUa3dyNDlEKytsL2NBQUNBQVNVUkJWUG50ZHNzcXlzMjA3RlR2UkQzZnZKeHlWdjZXSmlzTjBLVi9CTWV6eWxnNjB6cnI3TzVOdWFUc0w2Qk50ekNhdGdvbVA2ZWMrZzM5aUd6aWo5SG8ranRadDZCdXRYeVZPcDI4REFiKzA2Y1BrMXUwb0hWb0tIK21wdkpXWWlKcjB0TzVLaTZPMjlxMTQ4RXVYWGdsSVlIcCsvZWY2OU5WNnZ6UTdCNW85d3JrYllWamY4Q1d1NlJXYmszRDZBSmJ3NkJORWtRRktFcUdQYy9BZ2ZlaDNFMHR2cW9TU0hvRERuOHBkWG1iM1FPZFA0UGxuY0ZjZlNHMk9BVzJQMUQzOTJDWjBFMHBwWlJTU2lsMVVkRmc3bmtvNjJnSnM3OUlzaHZ5YjFzU3dZNGxmbWhBTWtNdHkxMzBONU4zNXZIaDA5WmFMd3QvUEV4bGhkbXB0RUJOMWk1SUp6ZWpsSjBiYzZ6bGFXd2MySm5QSjg5dHgyQUVrN2NSZzBHQ3VlNFVIQzgvVWJQWGxjTjdDK3pPMmRIeHJES09aMWtEMEdVbFZaU1ZXTE5yZDIvS3JmSDRYNzYwODhSbmFQZCt6TEI0UmdvbGhSV1VGdHNIbVF2ektraFlsa0hDTXRlWndBWUQ5dCtINXgrdlVxZGRwZGxNU1VVRm4yemZ6clI5K3poYVpQMTM1UG40ZVA0ZEg4K29wazBwcWZUc1lvcFNGNldLWFBqTjVtcGM4dHR3NkZOWjdxbkNQYkRuT2ZEeWszSUp1ZXM5MzdjOFd3SzJoejRERE5aQTd1YmI1RGtuMFQ3VFQyTDRuMUpLS2FXVVV1cThwOEhjODVUalJHRnVuVUxBMERHcjFoTlZsV1oyYktpNVJpNUlQZnlUT2Y0NVlYYjk4UjA5Nk9HczRvNkhNNk1CWEhYZVdEMTVNbFhWVnlyKzA2ZFBqZHNhRExXayt5djFWMkV1cjFzZzF5THB0Vk43M2Z5dERnc3VrTCtqU2ltbGxGSktxYk5HZzdsS0tYVVIycDJieS9EWnM1MldCNWhNL0RSeUpLdlMwbmc1SWNGdVhhT0FBRDY2NUJJcVhhWGRLNldVVWtvcHBaUlM2cHpUWUs1U1NsMkVHZ1lFa0ZMZ1BFblQ5YTFiNCt2bHhidGJ0enF0VHlrb29PZjA2U2N5ZVpWU1NpbWxsRkpLS1hWKzBXQ3VVa3BkaE5aZWNRWDEvZnpjcnA4NWVyVGJkWVhsNVFSOSt1bVpPQzJsbEZKS0thV1VVa3FkQWczbUtxWFVSZXF0elp0NU16SHh4UE9YKy9WaldIUTBnMmZPcEtTaWdqQmZYN3lNUmpLTGkwOXNjMCtuVHR6ZnFkTzVPRjJsbEZKS0thV1VVa3JWUW9PNVNpbDFrY29yS3lPbHNCQ0FyaEVSWEJNWHgvVUxGN0x2K0hFQTNoZ3dnT1loSVF5ZE5ZdWlpb29UK3lpbGxGSktLYVdVVXVyOFpEelhKNkNVVXVyTTZoQVd4dXd4WTlpVm0wdGFVUkVqWW1LWUdCdkx4b3dNZWtWR01uM2tTRXdHdzdrK1RhV1VVa29wcFpSU1N0VkNNM09WVXVvaTF5WXNqSmlnSUdLQTVaTW1VVlpWeGZIU1V2TEx5OW1TbVVuL1JvMzRkNTgrUExGMkxWNGExRlZLS2FXVVVrb3BwYzViR3N4VlNxbUwzTXlrSkJwOStTV1Zaak9GNWVVVVYxYmFyZThRRnNaTmJkdnlYSzllM05DNk5aa2xKZWZvVEpWU1NpbWxsRkpLS1ZVVERlWXFwZFJGemd5azIweHk1aWdwTDQrcjQrTHc4ZklpdDdTVXg5ZXVQWHNucDVSU1NpbWxsRkpLS1k5cE1GY3BwUzVDRVY5ODRmRzJ4WldWTko4NjlReWVqVkpLS2FXVVVrb3BwVTRIblFCTkthV1VVa29wcFpSU1NpbWxMZ0FhekZWS0thV1VVa29wcFpSU1Nxa0xnQVp6bFZKS0thV1VVa29wcFpSUzZnS2d3VnlsbEZKS0thV1VVa29wcFpTNkFHZ3dWeW1sbEZKS0thV1VVa29wcFM0QUdzeFZTaW1sbEZKS0thV1VVa3FwQzRBR2M1VlNTaW1sbEZKS0thV1VVdW9Db01GY3BaUlNTaW1sbEZKS0thV1V1Z0JvTUZjcHBaUlNTaW1sbEZKS0thVXVBQnJNVlVvcHBaUlNTaW1sbEZKS3FRdUFCbk9WVWtvcHBaUlNTaW1sbEZMcUFxREJYS1dVVWtxcE04NEFYa0ZnOExaZmJQUUhvOSs1T2FXNmlMb1NRcnFlM0w1K1RhRCtrTk43UGtvcHBaUlNTdjFGbWM3MUNTaWxsRkpLZWNSZ2d2Q0JwK2RZdWZHQTRmUUVVcXRLb1RJZnZPdERteGRnOXpOUW5tVy9qVjhUR0hZWXR0OEhCOTZ6TGgrd0JrcVB3dnBSdGI5T3ZWN1E4VjNZOVFSa0xhM2JPVFlZQ2Y2eGNPZ2plZTdiR0V3aHJyY3R5NFR5VFB0bDdkK0N3NTlCWHFJOGo3a2RDblpDenFyYVg3dlJKT2p3THN6emhmWnZ3S0ZQSUg5cjNjNWZLYVdVVWtvcEJXZ3dWeW1sbEZLblcrTnJvTnNQOXNzcUM2RmdOeHlaQnNudmdMbk1mbjNZUUloN0hNTDZTUVpyeVdGSSt3WDIvbHNDcFNETCs5WXhpT25POGs3UThuRm9jdjJwSCt2b0ROZzRCWHdiUWN4dDRCY0RHOGFmK25FZGxhWkw4TG5YSEZnOUNQSTJlYjV2ZzVFUSswL3dqNGJkVDBQSC8wR2pLMXh2dS9kNTJQTWN0SG9XY2xaRDVrTDc5Y1lBaUh0TTN1KzZVYlVIZE0xbW9BcU12cExkTzJBdGJMb2UwbWQ1ZnY1S0thV1VVa29wUUlPNVNpbWxsRHBUaXBLaFlJZGsxUHJIUUwxdVVLODdOQndINjRaTFJpdklFUDd1MDZBOEZ6S1hnTGxTTW5CYlBnS1JJMkZWZndrR1YrUkpFTllkb3g4TVhBZnB2OEh1SjJzK3Q4SzlraUY3Yks3N2JkcStDbDUrc1AyQm1vOVZmRmp1QzdiRHprZWh3LzhrY0pyOFZzMzcxVlhKSVZnN0RBYkdRNCtmWUZrWHFDcnliTjhkRDhubkUvY1VlQVhLc3B6VnNPZForKzI2Zm10OUhIMmpmRWVPd2R5cUlsZzdBZ2FzZ3Q3ellNMVF5RXVvNGNYTmdFR0M4dXRHUXE5Zm9jbDFHc3hWU2ltbGxGTHFKR2d3VnltbGxGSm5SdnBzMlBHZzlYbHdGK2c5RjhJSFFiTzdJZm50NnVXZFlmOXJrZzFhVlNMTGpQN1FjeFkwR0FGTi93N0pid0pWa0wvTi9ldUZEUVNNY1BTWG1yZXp5RjByTjFmOG9pVUF2ZThseVNiMjFJSDNKRE81N1N0d2JCN1U2d0dOcjdLV2MyaDZCMFJjWnQwK0lCYjhvdVM5QXFUTmdOU3A3bzlmbmdVSlYwdDVodGJQd3E3SFBEKzNiZmVDS1JoeTE4dDdLOHVBekVWZ0NwWDFGYm5Xejc4Mnhja1FQd0g2TDRmV3o4aXhHMDEwdlczWVFNQUF6ZStWNXhuendWd0ZrV1BoMkcrZW43OVNTaW1sbEZKS2c3bEtLYVdVT2t2eU44T3VwNkRyMTlCd2dqV1llK0IvRWxpMFZWVU0rLzRqd2R6d0FkWEJYQnYxaDhxd2ZWc05KOGk5dVFJYXVLbEJtNzBTS2d1c3ozMmp3RlRQZWJ2b213QURaQzJEd0xidTMxTkZydFM4UGNFTVcrK0MwTjVRdUZ1eWtjMFZrbTBNRXNRMFY5aHZiemJiTEt0eS8xb1d4K01scXpiMlFUajRrUVJXUFZJRmlUZkt3eWliRWd2ZHZwWFgzK0FtR0Z2VGVhd2RCcmtiNUR0cTk3cnI3UXhlY3UrNC90ZzhEZVlxcFpSU1NpbFZSeHJNVlVvcHBkVFpZNm56NnRmRXVzd3hrR3RSZmx6dUxlVVliSFg3QVh3YnV0NnZhdzJacmNzNzJXZnR0bjBab205MnYzMmZCZTdYQVJ6K0hMYmNicjhzZjZ0MWdxOGowK1RtRndQRERzR2h6K0RnKzladEJ5VktNSGpqbEpwZng1WXhBRUo3Z2RFSDJqd1BpVGZWdkgxd1I1bXdiT2ZERG9IazB5Qm50ZHhuTFlYZjNVd20xL2c2NlBZZC9CRW1RWHFsbEZKS0thWFVTZE5ncmxKS0thWE9IcC82Y2wrZVcvdTI0WVBrUG4rNzYvVkhaOENPaHoxNzNhZ3AwTzQxMStzS2Q4UGE2dElIUGcxZ1VBSnN1bGF5ZUMwaWhrR1hyMkI1WnlqUGtXWDlWMWpYKzhkQy9VdXN6N05YUXRFK214Y3hlSGFlbm9nY0pXVWJjdU1sVUxybkJZZlhjaERTRldMdms2RHV4aW1TVFh3cVJ1WktIV1NBb3pPdDJiN3VXREtodmZ3MW1LdVVVa29wcGRRcDBtQ3VVa29wcGM2ZXh0ZktmZGFmTlcvbkd3VnhUMEpWR2FSODVYcWJpZ0lvUG1DL3JOMXJFTklOMWwxbXY3d3MwLzFyVlZWQVNZbzh0bVN1bG1WYWx3R1VaY2w5U1JxVVZ4L0xVam9CSUt3UGRQblMrbnp6cmZZQlZvT3grb0haL1hsNEt2b1d5V2JlT0FtRzdvTzRKMkRMMzl4dm4vb3RWSlZMT1lVQmEyQmw3MU43L1czM3kvdHA5UzhKME5iR2ttRnRxZ2ZsMmFmMjJrb3BwWlJTU3YzRmFUQlhLYVdVVW1lVzBROENXc2lrWjAzdmxFbThIR3ZnMmdwcUI3MW1nMTlqMlBwM0tFbjEvTFg4WWlDb2hocTNuZ3JwNXZDOFM4M2JIL2tKanM2U3pPTmhLZFp6Q2U0Z2ozMmo1RDZvblgwOVgxT3djNDNmM0EzV2dMRWovMllRT1JvT3ZDK2Z5K0V2b2VudHNQY0ZLRDdvL3Z6U2ZnUnptV1RwVnVZN3JEUkkzVjVQcFg0ajk4M3VzaTVyT0ZHQ3hhN3NySjZremFkK0hlcjdLcVdVVWtvcHBWelJZSzVTU2ltbHpvellCK1JtcXlRRk5reHltRFRNUnZUTjBQRjltVFJyOHkyUThuWGRYdE5vT2oxMVlkdThZSjk1YTVuRXk2MHFxQ3FCU3B2NnZwRmpvZE9IOXBzMXYxZHVqbnIvYm4yOGZqUmt6SGY5TWkwZmx4SUhsbXpsL2YrVllHNmJGeUh4aHBwUDhlaE11VG55OG9QS3dwcjNyVTFlSW14L1VCNUgzd3dCemFUOEEwRHVPcm0zQkxTVlVrb3BwWlJTSjAyRHVVb3BwWlE2TTBwU3BkU0F1UkpLajBscGhaU3BVRlhrdkszQkpJSFBtTnRsOHJCTjExc25FYXNMbndqUDZ2SFdKbjRjWkM2eVBvKzhISHJOcWRzeFVyNkN0Si9sY2N6TjBPNTFXRE1ZOG5kYXQrbTNGTXFPd2NhcnJjc3FqcnMrWG1CYmlMbE5Nb0R6RW1WWjhRRTQ5S2xrUFI5NEgzTFh1RDhmNzNBSmRGZmtPU3dQZzZKVHpKZ3RQZ0NIUDVQSFlYMGw0OWp5SENSWUhORDgxRjVES2FXVVVrb3BwY0ZjcFpSU1NwMGhhVC9EamdjOTJOQUkzWCtDUnBQZzRBZXc0eUdvS3ExOU4xZkhDZTVvUDNIWnVWUlZJamVBc0lFU1JNMWVCVlJadHpGWFNqMWJkMlVWVGpCQXB3OEFNK3gwbVBSdHovUFE1SHJvL0FtczZDSGxGRnhwZkRXMGVRbFc5YkUvYmtCTFNQK3RidS9Oa1Ura0JLWGRLZHg3ZXNwZktLV1VVa29wOVJkbnJIMFRwWlJTU3FrektQWitDZVR1L1E5cys4ZEpCbktCOEVIZ1hSL3l0cHo2T1RVWUxWbkNsbHVERVNkL3JNRFcwSEFjSEptR1hTQzNMdUtlZ1BwRElmbHRLTnB2djY3c0dPeitsd1N5MjcvbS9oamhsMGdaaXFJREVrUTJWMG9OWFZNSTVHK1RiY3dWWUs3ak9mbzBnSDUvZ2xlUSsyM3l0a0M5SHRiblJyKzZ2WVpTU2ltbGxGSUswTXhjcFpSU1NwMXJ6ZStUQU83ZWYzdStUM0V5bEtaYm54dE0wUFpsZWR6cWFRanBEUHRldFpZZEtNdVEycTJWTGtvOHVCSTFHU3BzNnNpYWdqMC9OMXRHUCtqMm5RUkprMnFZOUswbURTZEE2eGZnK0FiSnduWGx3UHNRZFFVMHZ4L3lOc1BoTDV5M3FUOFlNcGRLNW01Q2RWbUhUaC9KZlhCSFNKc09TK1BxZG00K0RhRHZFaWx2WWZTRnlnTFgyK1dzZ1NiWFNlQzRJZzlhUGlMdmEyWFB1cjJlVWtvcHBaUlNmM0VhekZWS0thWFV1ZU1WREFFdHBLWnFqNS9jYjdmdEgxS0QxMkpWUCt0all3QjAvUXJDK2tuQXREZ1pXajRLQTFaTHlZWDkvNFZqYytGWUhVb0piTG5qNUdybUJuZW9QaWRmTVBoSXhtcTluckQ5UGlqYzdmbnJuM2pkc2REOVI1a3dMbjQ4VkJXNzJiQUtOdDBBZ3hLZzA4ZFN1aUYxcXMxNWRaUUp5RElYV0plRkQ0YW1kMEJ1UExSOEdNTDd3Nllib2ZTSXJGL1dHY3psN3MvTkowSktOSlFjZ1RXWFFIbFc5UW9qbUlLZ3lVMFEwa2tDOVljK2xZQjdvMGt5cVoxUFF6RDYxUDN6VUVvcHBaUlM2aTlPZzdsS0thV1VPbmU4UStUZUsxQXlOZDNaK2JpTGhWN1ErQ3BvOHdJRXhFbG02YTdISlFCNThCT1pMS3pWMDlCck5oeFBnTjFQUXNZZlorUnRBRklHb2Rkc0NiaTJmazZ5VVE5OURxbmZ3b0gzWE85VGVnUktNMXl2YTM0dnRIOWJzb25qeDBOcFdzMnZYNUlDR3laRDN3WFE5V3NJN1FtN25wSnMyVVpYeURZWjFjSGMwTDdRODFjb1NZUDFZMlJ5c3A2L3dPRE5rSGdqWk15M242ak82QTFtcy9WNTJBQUo1QllmZ0xYRDVIaGR2cER2d1NkQ3R1bjhzZFRLVGZzWmlnOUM1bUpvK1JnYytSRUNXMExobnRvL1U2V1VVa29wcFpRZERlWXFwWlJTNnZRNk1xMjZQcXdIU2xMaE40UG54emI2U1FadXd3a1FkU1g0TllhS2ZOaitJQng0bHhNMWFjMWxjT2dqU1BrS212OEQ0cDZDM3ZNaGV4bnNlaEp5Vmx1UEdkd09SbG5LQTFTZlM2ODVVbFBXd3VBbDk4TU9XSmQ1QlVEV24vSTRmQkQwbmdmNU8yRERlQW1VRG95SDlObVF1MWF5Vk0xbGtqRnJMcGQ3ZzVjRWU0MCtFSDJMWlBNYWZTVG9HZmVrVEdwV2ZBRGl4MWxyMnRZbVo2VUVmbnY4SWlVWEFsdkQrdEZTZ3FINEVCVHVoOWdIb2UwclVKWUo2NGJMNUd2SE0yWHl0SjYveXZ0WTJVc0N3QlY1NE45TUpqZ3JPV0o5bmVPYjRPaE0yUGtJRkNXQmYzT3B4WnMrQi9LM3krZFF0Qis3R3NHN0hwZHM2WDUvUWtnWDJQT0NaKzlKS2FXVVVrb3BkWUlHYzVWU1NpbDFZUWhzRFlNMlNSQVZvQ2daOWp3ajlXTExzMTN2VTFVQ1NXL0E0UytoOWJQUTdCN28vQmtzN3l4MWJBR0tVMkQ3QTNVL24wNGZXaCtYWmtpd2MvMFlLRXVIMVFNa3N6YnFLb2dZQnQ2aG5BZ1UxOGdNUzJMaHlBL2dId01icDBpOTM3cklYQVNyKzBQN3QyRExuV0R3aG9MZDhobUZENFQyYjBMR1F0aDhzNVJ2c0NqTGdMV1hTa21KNHh1aDIvZnltWnNySUd1SmZZQytxZ2cyVHJZK3oxb2l0NW9jM3lDMWVqdCtJSUhsMUcvcTlyNlVVa29wcFpSU0dzeFZTaW1sMUFXaWNBL3NlUTY4L0tSY1F1NTZ6L2N0ejVhQTdhSFBBSU0xa0x2NU5ubE9aUTA3dTVFK3krYmNka2sycXlXb1hGVXFRZVNrTjZ6YkdFd1NXRFY2eXowR3dGeDlRKzdOVlZCeFhNb1NISnRuczY2TzhyZEoxcTFGd3BXQUYxQUpLM3BDWG9Mci9hcEs0T2pQOHZqUE5sZ0QwQ2Q1SG82T3pwU2JVa29wcFpSUzZxUm9NRmNwcFpSU0Y0NmsxMDV0Ly95dERndXFYRzUyVXR4bEIxdVlLK1RtZGhJenB4MU8rWlRzVlFlczNRVnl6OG81S0tXVVVrb3BwVTZGOFZ5ZmdGSktLYVdVVWtvcHBaUlNTcW5hYVRCWEthV1VVa29wcFpSU1NpbWxMZ0FhekZWS0thV1VVa29wcFpSU1Nxa0xnQVp6bFZKS0thV1UraXN3R0tGeDl6TnpiUDh3OEE0NE04ZSswQmk5M2E4emVOWDllRkhkb1ArREVOVG81TTlKblZsUjNXciszaytXYjRqY2xMYXJ2eUp0VjJmZTZXNVhBUTJrWFRYcGVmTG5wRHlpd1Z5bGxGSktLYVhPQjczdmh2ODdjT1k2bWYwZWhHdG5TQWU1TmdhamRPVHNibTY2RHUwbndUMmJvTlBWN28vWGVqVDBmOGgrV1dRSE9SZFBidzNhVy9lOVpZRjhWbDYrdGIrWHMrMXZTMkRzLzF5dnUvNVhHUHlrNThjeW1tRDBHeERURHdxT25wN3orNnVKNmlhL2xiZ1JaK2I0TWYzaHVwblE0MjhlYkd4dzBhN2NCRXpxTllXN044Q29HaWIrck44S1JyOEpKbC83L2VyU3Jtd0Rac05la00rcStTVWV2LzJ6UnR2VitVWGIxY1hScmthOERIZXNjdjE1RFhsS3ZvTzZHUHdvZExzRnN2ZWZudk5UYnBuTzlRa29wWlJTU2ltbHNIWWNLOHRPL2hqQlVlNDdzZnNYUXE4NzRaS25ZTjZEYmc1Z2hyeFVDWTQwN0dTL3FpUVgzdTlxdjh6TEJ3WThET1pLNmNCdCtSNHFTcDBQMjJJWWRKZ2kyNjE1UjVaTitCaENvajEvYjdrSDRmUHpzRE5zSzdRWmhNVEF4aStjMThXTmdJWWRJZUVMMmM1UllRYVVGOWt2NjMwWGhMV1F6K24rSFhVN2w2eTk4TjBFNkhnMVhQcHMzZllGMlB3ZExIdXg3dnVkYjA2MHEvS1RQNFovdVB2TTgrT0hJSE1YOUxrSGtoWkRlYkhyN1FxUHdjQkhvT2NkenV1K0hnbVp1KzJYRFhvVWpGN1E0bEtvM3hxeTlqanYxNmdMdEo4TUFmVmg1dTFRVlE3OTdwZTJWaGNmOXoyL2c1cmFyczQvMnE1cWQ3NjNLNENtQXlCOWkveHR0aFhVRURwZkM5dW11MjVYcGZsUW5HMi9MTG8zdEw4Q01FdUF1SzQrNlMramZHNzhyZTc3V3RybFg0Z0djNVZTU2ltbGxEb1hZdnJhWjVzMnJoNlcyUFZHcUtwMHZZOHJXNzZIaWhKNWZNTnNHZVpZa3lZOTRZNlZydGVaSytITmxyRDRXZkFOdGk3dk1Ca2FkbmJlZnRCakVCQUIwMitRNE96Z0oyREpjODdiL2ZFWStOV0QvditFc2tMWStCbjhjZ3NZZlp5M0hmbXFaQUhQZjhSKytha0V1YytXNXBlQXVRcjIvQTRtUDZpcWtKdkpENGI4UzdZWi9hYnJmZWZlQjd2bldKODM2aXJaMUd2ZWdaVDFkVDhYU3dBcmZTdXNmZGU2dk1VdytRMnNla1BPelZGNFN3bGF1QXVlbk85Q204bDd0QWh2SWZjdGgwRllyT2ZIU1Y0S09jbnllTmp6MEdaYzdmdmNzdEQ5dW1sVFlNc1BjTkNtN1VXMmx6WlVuR08vYmN2aDBPWnltUDkvOHUvQnFOZGcycFhPYldEN3p4SndHdndFakhzUFp0OE5xOTUwSGZUc2NyM2N2cjBjcXFyczF4VmwxdjdlemlWdFYrZWV0cXVMcjEzVmJ5VVhnSmUvTEJkbU1VQmw5Y1hZSWY4Q2t6OTB2VWx1ampaL0I0dWVzajczRFlIUmI4SCtSYkRwNjVNN243SUN3R3pmcnVxM2tzRDY5dW1RbmVTOGo4a1grdDd2K2lMeVJVNkR1VW9wcFpSU1NwMExMWVpKSjlEQ3l3Y3dTOEN6TG5iK2FnM21BdXlaQnhzK3RUN3ZmQzBjMndGSE45dnY1eE1FbmE2Qy9Zc2w2eFhBYkpiN3RBVG9mcXQwdXBQL2xBNTdpVVBIT0hZbzlMZ05scjhDaDlmQTRtZGd6TnR3YkNkcys5RitXM09sQkZXdW5RSGRiNWJPZDlZKzErK252QkFNSnNpb1k4YmMrYUROR1Brc0NvN0MzOWZDdWc4ZzhSdTQ5SG1vRnlPQmpObDNRZlhIak5FRVU3NkI0TWF5bjBWSUU1ajRxUXhWM1RQUCtyMTR3bHhwUDhRMVk0ZjlaMWt2Um9KTzY5NlhBSm1qaVo5Q1JURWtUcTNUV3o5dlJMU0JnUTlibnh1ck05VTdYRkczenpIL2lEWG9CSklwK05zRDF1Y3RMZ1V2YjlqN2gvTytIYStTN1ErdnRTN0wzQ08vN2JEbWtoR2ErQTM0VkdjbGx1UmF0d3VPa2lCVDhsTFlQZ1BTRXVVaXpZaFg0WGNYL3piRWZ5eUJ0dlpYU0RiOTBjMXk3bzZLTXVUKzJFN25MTHp6bmJhcmMwL2IxVVhZcnNaS0FIWGZBaGo1WHlsYk5PZHVhRGRCZ3Q1NXFmRERGZlpCOFlFUHkvOE5kczIyTGpONnc4UlBJQ0JjTXVTTHNwMWZxeWE1QjZ3QjlaTGpzUDVENjdxMjR5V1l1Mk1tSEZydHZHK1B2OG5GMy9pUDYvYWFGd0VONWlxbGxGSktLWFV1TEh2UmZyanQ1QzhsK1BEMVNQdnRvcnBMRU1JMnU2d21SWm1RdHNuNi9NcnZwQk5xdXd5azQ5dG1uQVExSE5lQmROZzJmeXZCWEw5UUtMYnBHRGZ1TGhsTCt4ZFpPMUU3WjBrZDNPRXZRbFdaZEw1c1ZaVEF6TDlKMWxwNW9XZnY1VUlTMkFDYTlIWWVRdDNsZWdtYXIzcERobmNQZWd5V3ZpRGxNRWE4QXBFZEpidk1rc1VWRWcxWGZndGwrVkF2R201MkVkU29TWEVPZkZCRFhXVHZBTUFzOTJVRjl1c2FkWmJzdGZpUHJVR0tDODIrQmZBL200ejNYbmRLUGRXUCs5a0hkMEppSUthUGJGK2FWL3R4SzByczIwbmYreVJvdFB3VjUyMHZmeGVTbHJodVY2MUdRbUNrQkozOHdpVFQweExJOEs4UFU2Yktkeit2T3NDVXZWK0NYUk0ra2U5cjhUTllvNWJWRmo4RG03NlJZZWtYRzIxWDV3ZHRWeGVmTnBmTHhRN2JpOEVOTzhMd2wrV0NhK1B1OHBuL2NxdDhSbDJ1bDNJV2k1K0JsSFd5dmNrWHhuMGdwU255VXVHcWFYVS9qNjlHdUM1M0FlRHRYLzA2L3M3clRQNHkxOERSUkNuRjhSZWp3VnlsbEZKS0thWE9CMkd4a09HaTA5aHhpblJVUFEzbUF0eStYTW9mZ0FRWCt2d0RldDVwdjQzQklQZWozNFpSYjhqajlHM3c0MVh5T0NBQ2lyTGtzWDhZRkJ5VHh6RjlwUU9jdGMvYU1iWlk5cElNVHgzOUpvVEd3dHIvMlE4NWRxd2ZHQklON1NmQzFoK2x0dVhKYUQ5WnNuUEM0NkFzRC9ZdGhCWC90UTh3WFBLVWRFSm4zaWJCQUZzREhvYSs5MG9kNFoyejdOZDF1UUc2WEFkaExTVVFzT2QzV1A4QjNMbEdzdksrR1dQZHR0TTFraUZrVzBQU1lJVFdvMkR0ZXpKME5DMVJNdlJDbWtoSE5Lb3J6TGhSaG14YjlMNUwxdjB3R1c2WUt3R3FyUTZaenU1MHVWN2VUMDE4Z3dHRFRGem5tQ1U0NEdIcHROdG1SbDNvd2xySWI4SDI5d0RRdUJ1TWVoMit1c3l6b0JQSTlxMnJ2M09UTDJCd1hYUFYyMTh5NG0xcmJIN1FRekl6QXlPdEFVYi9NR3ZXVzNCam1QeUZCSjUrdk5yK2ZQY3ZraUhOdzErQzRFWlN0c1MyWG1WVmhYUEFxZSs5Y0hDVjY4Q1hKNks2d1lEL2s5OG9aa2lKaHhXdjJ0Y2dQZGwyMWJTL3JMT1Via21ObDkvNXVQZWw5TXg3bmEzZmliYXI4NU8ySzgvZW15TlAybFdMUzJIU0Z6TEN4dkVpUnRNQmNvRjI2NCt3NERHSGRYVm9WMDE2eWQvTXpMMzJ4Mmg1bVFSSEZ6MHRuOGxWMCtENldWTEdvdHZOY3J6RWIyeTJIeTVsVUdiZElablQ2ZHRxcU1udklMd2wzRnBMRU5ZeUlXeUh5YzRCMis2M3l2OVRIUDhmOGhlaHdWeWxsRkpLS2FYT05hTkpBcHQ3NXJsWWFYQ3V4UWVTZ2VadVdPZUNKNndUMUl6N0VQYk5sM0lNdGdJaVpHaGx3dWVRdWtHV1dUcDYzb0VTQkxZTWwvUVBsMEJ6MXh0aDZMT1FreVJaVFY3ZTBuRzI5ZWVMRW16cGQ3OWtwQldrUTZ6TnhHVmZqYkMrVG1nekNYUWtMenU1WUc3dnV5UXo1L0FheU40SDBYMmg4M1V5M1BuYjhmWVpSM1UxL0dVSkhKUWNsOC9QNENXWlRBMDdPbTlyOExJdm1XRmhyb0tmYjdJR3RBK3RncTNUWkxJNGtNeG54d0QreXRlazVtQmVxanl2MzlyeldkRHJ0NnA5RzB1UXYvTzE5a0duZ0Fob1BsaCtVN2N2dHk2ZmRZYzFDK3RDRk5aQ2ZxOU9xaTltT0xhdG10cFZ3cGZXTnRydkFhblp1dUpWNSsxRy9oZU9icEh2MThKU2l6S2dnUXdOQjJ2UXFYRVBHYVpzTU1IY2V5VjcwN0ZkN1owdmJYTHc0M0RMSDdEbVhaa2N5bUxCRXpLRTNQSWVCandzZFNSUEp1Z1UzVXN1L2h6ZExNUGRHM2FVQUZOMGIvaCtzdnNzT2srMG55UVhqOHlWY0dDRkJNK2E5SVNyZjNTdU5hdnQ2dnlsN2NyMWU2bkorZEt1QUxyZjR2bzRxOStXa2svbVNta3J5MStSWUhCNEhCeEprSXVsdG5iUGxZdTBxUnNrbUJzWTZYbTdDbTVVK3phV2RoVTNRZ0x5eFZuV2RSMG15LzI0OTYzTDRqK0JkZTk1OXZvWE9BM21LcVV1S2w0R0E1YzBic3lTMU5UVGV0em13Y0UwQ2doZ2JYbzZBQTM4L01nb09ZVU9vanFuZ3IyOXlTOC9oZGwzbFZMcWRBdHRKZ0hka3VNeUFkaktOMlNXYmdBdmszTm5yTTNsTW9uUGpCc2hQODM1ZUlkc1pwSTJWMHFOUXNmTXVaQm91VS9mNnJ3dXNIb1NOVXZIeVM5VU1wcUtzdURBTXNsUS9kdWY3dC9QMnZkZzZmTlNxemVva1FScUk5dEx4OVZTYTdFbVJpL25UbmRKbm5Nd29OUFZNSFdzdFphbFR6QmM4YlVNRCsxeCs4bDM2bUtIU2xBbWE1OWtLbHV5dGZ6cncxWGZPVy9mZnBKMFlsMTFtcXNxSkx1bzlSam85WGNJYVN6RHJmMUNKZXV3d3hUSk9EcThUb0k3bWJ2bGQyRFJkanpFRHZIc3ZQMUNhdDhtTUZKcUpEZG9KMEdtQTlVQnB2SmlXUFc2ZGJ1V0l5UVk3MmwyM2ZrcVBGWXk2Zm85SUlFZ1MyREdxN29yYlB1ZGhVVER0VC9MNUhzSFZ6Z2Y2OWgydVlGa2Jmc0VPTGNka0lzSWVTbXUxd1Uyc0dsWFlWS0x1aWdUanFmSzVJSFgvZUwrdmFSdWdKOXZoSWkya2dHMzdXZjV6cnZlQk41K3RYOFdJTzNLdGgyVkZ6bFBIdFRyTHBoemp3eVZCOEFnazFWMXZRbUdQZ00vMytEWmF6a0tpSURMWHBRQTNJOVh5L2NCOG0vZnlOZWtIZG5TZG5YKzBuWmw3MEpxVjZITklHNmsrMGxGeldiNVc5M3pkb2pwTHdIdmpCM3lOL1dPNVhMeDlPQXFtVUR3U0lMMVlqQkFvMDd5WGp6aDVXSUNWRWVCa1hLZWhSblE4Mjh5NnNaaTA5Y3lzU3BJdTJzOTl1SXM0ZVNHQm5PVlVoZVZGM3IzNXNrZVBSand5eStzUG5xMDloMDhkRituVGp6VXRTdkdEejVnWk5PbS9ESnFGTS9IeC9OR1lpSVZkU242L3hkZ01oZ1lHQlYxV280VmYrd1lCb01CUHk4UE92NjFLSzJzSkwrOG5MYWhvYXljUEpsN2x5OW4yajQzays4QWdTWVRvYjYraFByNEVPYm5SN2l2TC9YOS9Janc4Mk5tY2pMN2poOTN1NjlTOGlQVVlRQUFJQUJKUkVGVVN0VlpURis1VDlza21hWUdrOHk0RFRJcGlXM0gyT1F2dzVzTDBpRGZ4ZDg2VjMrWGFpcXo0SW9sbU51Z25YUVVBOElsS0x0dmdkUzk5UStIbjY1eHYvL3hWTWc3YkwrczA5WFNRZlJFVkRlNHh5SHo2ZHR4OXNPbUFaYS9hajhwVVZrKy9Qa2Y2YmkzSG4zeXdkeXUxWjNxRmEvYUQ3c3R6cExNNHlrMm1YZEdrd1EwZHMrUklMQXQ3d0NwaGR4c29IVHN0MDJYZ0ZQQlVmbk8xN3d0MlV4dHhrbEhkTWRNNThsNFZyMSsrb2FEbS93a0d5cnhXNmtiT3ZCUm02QlRvUVRoUVRyWjNXNkdJeHNoWTZkbnIzMCtDbThwR1h0cG02UlVTZnRKOE9WS3FDcVhkZ1gyYld2b3YrUTdjMVVqMDFXN2F0TGIvWEJ3ZHdMcVExQ1V0SVh3RnZMNlFRM2h1L0h5VzZxcFhaWG1TOURMTWdGVVdvSUVabHpOTnUvTzNSdnNueTk3MFg3Q1JKRGY2WW1BRTRBWmxyMHNBZEJtQStTaVNWbSs1NjlwMFg2U2ZMNGJQN2NHbkVBK2cwVlB5MFJubHU5RjI5WDVTOXVWc3d1bFhZRk1zbHB3RkxMMk9oOXI4SlBRK1Jyd0NaUXMzTy9HeXpFak8waDdhVEZNSmtnYjhIK1N1ZnU1d3dXUi9ZdFBiNW1GOEJhUWV3aTJUNGYrRDhMR0w2MTFwMjB6NENkOExBSDA3VE04ZSsyTGdBWnpsVklYbGZlM2J1V2hybDE1dW1kUHhzeWRlOXFPVzF3cFYxcU5CZ01MRGgzaTN4czI4TzgrZmJpbVZTc0d6NXg1SXN1elVVQUFhYmZZRDFzcHJhemtVRUVCOHc0ZTVKV0VCSTRXRlRrZGYxSnNMSTkwNjBibit2VXByNnBpWlZvYVQ2eGR5N2JzT3M0R1dnY25lNjRBUnVET0RoMTRjOEFBd2ovL25KSks2NVhvSUc5dmxrNmNlRnJPc2RPMGFUemV2VHZYdDI1OXlzZWFzWDgvVS83NGc5MjV1YXhOVCtlTFN5OWxWMjR1aVptWk5Bb0lZTkg0OFFUNytCRHM3VTJJanc5ZWJvSWN4UlVWRkZaVWFEQlhLWFY2eFE2VlNjcFMxa3ZIZjhoVDBqSEwyQ0hCMUtCSWEwZHYwS01RR0FFemJzWnB3aGFUdit0c20xMXpuRHM1Z1JFdzVoM1g1eE5RWDdLTWhyOWtYZGIxUnNtTVd2YWkxSzlNV1MvRG5hLzhYckt5TEIxWDN4QVk4clNjdjIwZHdMckkzaWNURzluS1BlaTgzV0VYczFzZlRaUk9iRmpzeWIwMlNERFpYT2s2QTh5U1FXWVJVRisrbjlWdk93ZWR5b3NrTTNEZlFwbjl1NnhBaGlkUCtrS3k5MmJjREd2ZWtWdTlHTmZmM2JBWHBMU0ZKNHhlVU9iNmJ6Y2dNOUpqa09IUk8yZkJ0VE9ndzVYU1ViYlYvUllKMXN4L3hMUFhQVjladm8ra3BSSkF1MkdPQk9ZMmZTWGZHMEQ5T0dsN2NTUGx0dkFKNTVJZjd0cFY1bTY1ZU9CbzdOdXV6OGMvVEM2aWRMdEpiaUFsU1liOFN5NVdBQnpkS2dIQWdROUxyZVk1ZDF2M0gvSzBYRlE1bGNsKzV2d0RzQmtDNzZwTzkrRTF6c3NxaWlVQUdkTVB3cG83WDFqeFJGVDFCR0w3Rnptdkt5K1VvSTJscElHMnEvT1h0aXRuRjBxN0FtallTZHBWM0FqbjdWUFh5ejdicHN2MzV4c2lGNDk3M0NiMXFWZS9EVnUrbDR6WXdBYk9vMlhhWE83NnVLN1VkRUVaNURzTWJ5a2pqVFovTHhuNGd4KzNYdWkyYU5SRlhqUCs0d3MvNDcwT05KaXJsTHJnSExqeFJpTDgzQTk1OFRFYUdkMjBLUVYzM09GMm00KzNiK2YvVnJ2b0FMcFJWQjJzOVRZYUthbXM1T1dFQkJhbHBEQ2tjV09Ydy9YenlzcFlrWmFHQVFtYXRnc0w0NEhPbmJrNkxvNEJ2L3hDVXA3MUQ4MkRuVHZ6MXNDQlpCUVg4L1ArL1VRRkJqSzJlWE9HTkdsQ3Z4a3p6bWhBdDY3bmFnREdOVy9PczcxNjBiMUJBN2ZINnpUTi9VeW1mbDVlckpzeWhkOE9IdVRKdFd0clBMZTl1Ym04dDNVcmN3OGNjTHZOcS8zNzQrZmx4UU1yWEF6YnNuRzRRR1lXTmdNM0wxckVsbXV1NGVlUkkrazVmVHBIaTRxWWQvQWdaVlZWSEM4dEphKzhuT09scFh3NWJCaC9IRHJFRTJ2WGtsTmFTazVKQ2FXdTZsWXFwZFNwOFBLUmlVc3Nrd1FsVHEyZUtmd3hDVXBFdEpLc210WmpJUGVBQkFSVy9OZDFmVDJmUU9mTW52ZTdRbFdsNjNxRnUrYTZYcjUzUHJ6WjBuN1pMUXNsQ3k0c0ZtNVpBTC9jSmtObXE4cWh4VkJyTUxmbFpaSVZ0K25ydW44V0ZzVzVVc3FoTmtVdS9rYWFxeVRvN01rUVRsY01Sc2s4TGtoMy9kazREdmt1U0lkZjc1SlNGcTdFZnlUM0RUdEN0MXNscStud0d2aDZsQVIvbWw4aXBTdU9IM2E5LzRiUHBETmJMMFltb1hPY2NNaFdkQjlvT2N6OStwZytjbjhrUWVvMjdwa0hsejRqeDg4L0l1dENZcUR2L2ZMZEp0ZFFTdU5DMEdLb2ZNYkhEOEZ4SlBqWDd6NEpWRVMwa1czYVRaSUF5dkFYNWYxdStjSDVPTDVCenUzcTF6dVJldFl1eWpaOTFNZDF4bUZ4am5PN0d2YUNURTRFVXJwazU2OVMzN1dzVU03ZnkxZUdUd2MzbG1IT3JyTHg2Mkx2ZlBlMVN5MktzbHd2TDY4T2FCcTlUKzYxTGZVdlhaV0dBZnZQVXR2VitVdmJsYk1McFYyQkJNcVRsN29PdXU1ZkpMZWdScEtOM3UwbUtWY3g4M2JacDlrZ3lXQXVPVzVmdHNUaTBDcFkvWTRFajhzS3JMOS9Wd0liU0hDOXN0VDErb1lkd1NkSTJsVlp2Z1NTaDcwQSsvNndaamdidmFYRVJIRTJySDNmOVhFdVVock1WVXBkY0lLOHZkbWFuYzNuTzF3TXYvSEFoNWRjZ3EvTnNQM0dBUUhzdWQ3RjVBbzJ2S3Uzejd6dE5xZDF6L2JxeFZlN2RuR3ZUVEF4T1MrUHkzLzc3Y1R6aHY3K2ZEZDhPTU9pbzNsendBQW0vaTRkMU5qZ1lQN2J2ejhIOHZQcDgvUFBIQ3N1QnVDQnpwMTVlK0JBM2hvNGtPR3paNS9VKy9TVXArZmFOalNVaGVQSEV4MFV4S0dDQWpLS2kybmc3enpjcVFwcURFQVBqSXJDYUREd1MxS1NSNEhxdGVucEoyb1ZPNG9PRENRbUtJaVhObTZzc1dTQ282elNVbTVldkpqZkw3K2NNYzJhOGYzZXZUeTZ4dmxxK1dkRGg1SlpVc0xPbkJ5UGo2MlVVblVXTjFLR1NGcXlRQ3RMSlN2Vk82QzZ6RUVENmFUMXVCWG1QU1FaS3VzL2NqNk9id2hna001cW84NHlDN1duRHE2QVgvL3VlcDEzb0dRK2VmbElrRFFuR1Fvem9kMTQyZS9RYWhseTZSMGduZExXbzJVNHJXTUdxNjJBQnRaU0RxZkN5MGN5bTJ6NWhrZ0hzTUNtYzI2dXZoQm5jbkV4MkNmQS9ybTVTZ0syN3VwaytvYzdMN1BVaTNTbFFYc1krNDVrcWgxY0NiTnVsK0JHYUhPNFpyb01YLzFtdE91ZzFZYzlKT2d3WmFwMGptZjlyZWJNby8wTHBhUHJUdXV4MGlsTzN5YlBsendMTi84QjR6K0FINitWOXo2dWVrajRnaWZkSCtkQ0VCd2xFd3ZaWGxSWTg0NlUrL0R5bHVINCtXblFacXhrZENVdGhwV3Z1ejZXYjRoMTRxeDdObGtuRjZ4TlJTbDgwTTMxT3FNSjZqV1Y3OWN5VVYvcUJobHl2ZkkxYVZlREhwTkprdzZ1bEhaVlZXRzk2T09Ld1F1YTlvTkRMaklBNjhMZGhaRGc2akphbHRxa2RXbFhZTDBRWXFsejZjaS92djF6YlZmbkgyMVhKOC9qZGxVZHNIYjFlZmdFT2k4N25lM0s1QStUUHBmdk1YdWZUSUMyYmJxMGNjdWtvTC8vVTBxWE9KcFRQWEhja0tlZ3g5L2dqOGRxYmxlbGVURDdidmVCOU5aajVkNlMwWnc0VlRKL1I3d3E5ZXh6a2lTcnVtRkh5YlErbVJJVkZ6QU41aXFsTGtqN2p4L25zNTBuVjJ2cXZjR0Q3WjRiRFFZQ3ZiMlpsWnpNcWpUWFZ6UjdSa1p5ZFZ3YzcyelpRazZwODlYRExWbHVyclJXU3k4dTVyWWxTemg0MDAyTWF0b1VINk9Sc3FvcTd1cllFVytqa2VmajQwOEVjZ0grdDJVTEQzYnB3bVhSMFRRSkRDUzE4T3dWYzNkM3JoSCsvdmg2ZWZGOGZEeXZKeWF5OW9vclhBWnpiUTF0MHNRdWNBNHdJVmFHdlZaVVZUR3FhVk9YKzYxTVM2UEFKdU01S2lDQWVqN08vd0c2cVcxYkRNQ3kxRlRhaG9hNlBZL2Nzaktua2hHTFVsS0luVHFWbExQNDJTcWxsRXU5NzVMNnNrazJIU3hMTGNmaEw4bVF4M2tQeXF6VVliR3c2Q25YeHdscklmZDVxWkJ6UUdidmp1NHRrNjZzLzhCK2toSUFERkpMdDNGM0tabGc0VmRQT2t3Tk84bnd4WWcyTW51NHlkY2FPTjIzUU9yMEdaK1VUSnpCVDhocnBjUkRzOEgyRS80NDhndUQ4UjlLOXByVE9kVlJvMDcyNXc3V2JLTWpOalYzTFJsRW9jMmNqOUd3ay9PeW5HUUo4alRxSXBsMnRxTDcxTzBjTTNaS2lZdjlDNlcrcjErbzFDWHNmb3U4LzY5SFNRa0ozeERuanE5dkNFejRSR1lscnlpR0s3NXgvem9HTCt0MzlFNDc1L1VOMnN2NzJUck5ta0ZXbUFIekg0YUpuOEdFajZSOFJxTXU4TnNEempXUEx6UTk3NVRQWkxQTmhIWEh0c1BpWnlTd0V4QWhreDZOL1o4TUVmL2pNZmZIQ20wdXYyMlFRRVpnSkZ6Mkh3a0diZjdXZWZ1V3d5WG9jWENsL2ZLMkUrUTMyNmdMTk93c21ZM0h0bHZiMWQ3NTBHNmlyRS9mS3IrSFpnUGxPSzFHUzZacFVhYWJrelRDNkRla1R1aXBCcDBhZFhJTytOUnJLdjhXRkdkYlM1N1V0VjFsNzVOUkNERjluZHRWYURNNWQwOXB1em8zdEYyZHZBdWhYVlVVdy9hZnBkNzhvZFdTK2RycEtoandFSlFXeUhkN2NJVjFVbFJiQm9OTWZ0YnRGcmtvZmVsek5iK1dkL1VGSDB0ZFhsc21YMmcvV2Y0V24xaG5sdC9KRGJQbFFzenVPVktEZXN2M25vM2t1Y2hvTUZjcGRjRjVmK3RXZHVYV01CU3FGbTl0M3N3NkY1bWVpMU5TZUcrcjZ6cEZWN1ZzeWRWeGNYeTdaODlKWjJrZUtpZ2d1N1NVY0Y5Zkl2ejhPRkpVZENLWU9TZlpQbXZBRFB4eDZCQi83OUNCZ1ZGUi9GaUhyTlBUd2RXNWJqaDJqS2l2dnFLeURoTysvVEI4T0EwRFhHUm1BRk12dTh6dGZwMm1UYlBMMm4yNWIxOXVidHZXN2ZZTHhvK3Y4VHcrMzdtVDI1YzZYNFhXUUs1UzZweUxIU0laWkl2LzVUeEVzMkZIeVhiYTlMWE14cDZ5WHJKUURxNXduZTFpR2Q2YXNVdldKeTJSbTE4b2RMOE4walpiczh0OFEyREVLeERWVlNaSXNlMDQrd1RCa0dlazl1eit4YkQ4WlVqZEtCM21ja3N3OXcvcFJEVWJBTW5McFBNWjFSVUNHMHA5U1ZkWk81WWhwSk8vbEN5Zm5iOUNTSk5UKy95R1BBTXpicFJodGlEQmdQNFB5T010TnNHRzlPck9ZS2RySkFoaCtmemFqSU1tdlp5UHUzdXVUQkl6NUY4eXc3Z2x3eXM4VG9hRjFvbFpob1RYajROTG41ZU9jYzRCbUgyWGZEK1JIZUQ2V2ZMOWZ6L1p1bHZqN2pEbWJTbVJjV3k3bk1QOGgxMW5Hc2Iwa3lDSWY2Z0VqRndaOUtpY2kyUDVpNlFsc09JVkNZU0JaTlB0K3JXTzcvRTg0eGNxYldmdjc4NmZsM2VnMUYwOHRsM2FVdUpVNlBzUDJQR0xUT2prcUY1VENUcFlKcXl5REpHdkxKUHY1OWdPV1AybVpGOGFqREtCWWFlcnBRM01kL2l0REhoSXN0ZFQxa1BDVjFLZmN0aS9yZTBxZVpsa0hiWWVMVUdabEhYU3JrS2JRWk1la3NYbXlOS3VCajBLSVkycmEzZWVvcDUzeU5CNXkzczJla3VReHVBbGdST0xPcmVyMzJSU3FWNTNTZkRsK0NGWjdoTU1JMSt0NDBscXV6cnJ0RjJkR2svYlZlWnVDWVkyR3lnWEN6S3FSNk9HdDVTL3U0NU9hN3RDdmpQLytsS2p0dnR0WURSS0xmL0VxZkliR1BPTy9OL2xxOHVzZFpDREdzR28xNkZ4TndsWVI3U0ZCWTlMb054UnZSajVmcG9Oa0pKUmpvRmNrTmNOYk9BOGlXbGVxcFI4dUhhR3ZOOGpDYkRvWDNWL2p4Y0JEZVlxcFM0NHo4YkxGZHlabzBjelBEcTZUdnZPT1hDQWF4Y3VyUE5yV3VyaWhuaGJheG1aREFiNk5XckVDamZadkk2OGpVYUN2YjB4QThmTHl2QXlHR2diRnNhUndrS3lYR1Q3N3FvT0dyZXE1MmJJekJua2VLNkEzU1JuZFRGai8zNGU5ckErOFpTV0xYbXRmMytYNjNibjVuTFpyL0tmNEFiKy9pUmNkUlhYTGxqQVNwdlBmMWgwTkY4TkcwYm5hZE5PWkZDdm1HejlEM3lQQmcxNFk4Q0FFODlYcHFYeDlMcDFkWDVQU2lsMVdwaDg0WktuWldibXJUL1pyd3VNaFBFZlM1QnlUZlVrWlV1ZWcrdG55dERpbWJjN0IzK2JENVFhZFk0VGhTMThVbWJybnZDeERDVTl2QVlHUGlLZDVwOXZrT3diVzNtcDhHNUg1enA3UGdHU0pRd3krVkRLT3FTYXVobStIaUUxTHEvOVJXWnhkNVhsWkFrMmUvdkR0S3VrL3UrcEJuTkw4MlEyN0VPclpHaHE3QkFKVkNkT3RjL2VPclJhT3NRTjJzdnc1OE5ycGFQWXBJY0VwdU5HMmg4My9oUEpUbTdTVStvdEhsZ3VHV2ROKzhHV2FkRDlWdGUxRzIxdCtFd0NCejdCTU9VYkNSNGNYQVd6NzVIT2JtaHo2V2gzbUNMQjhrVlB5MzcrNGREdkFlaDZnMlJyei91bmZGZVhQZ2MzelpPZ1djTFhrdUhYcEtka3lzVU5oNTJ6WWVrTDFxRzZ0dHBObE05bTV5eHJJTUdpY1Evb2NpTmdsdmZVK1ZyNURXMzlzZllha09lcklVOUxvR2pkQi9iTERWNHc3bjBKUEZpQ2MvRWZTYjNWeTkrRjd5YzVUOUxVZkpEY081WU4yVGxMQWswalg1VnRObndtV2ZiaExlVjcyUFNWODNsOWVabUxkaFVJZWRWSkNoWEZFa2l4Wk9ZdGVFTCtEUmp3a0N6YjcyS0NKa3U3Q21raUFhZDlDK1I5bm9xalcrSDZYNlVORldYSzd6NGtScklhMTlvRVYrcmFybExXU1RadGh5dmc1dmtTOERSWFNkQTBlNjhFc1NMYTFOeTJ0RjJkTzlxdWF2NThhdU5wdXlvdmxOOUoxNXZnMnA4bEdHMHd5T2V4ZjVGY1dMVjFPdHJWM3ZuVzl6ZmlGV2svT1VtdzluK3c3V2Y1LzBxZmU2UytjR21lVEVKV21DRUI2YTQzUXY4SDVmbTNFeVJUdU90TmtwV2U5Q2RzL0ZTQ3J2VmlwUHhDcDJ1a3ZYdzMwWFU1cHJCWTZIZS8xTHZlL0wzOXVxQkc4djhYZzFIS1MwUjFnVXVla0RxOVdtWkJLYVV1REI5czNjcXZ5VzRtUlhEalVMNzdmK1NIUlVmajUxQVNJTCs4bkkrM2J6OFJHSXl3S1Nzd3BXVkxmaGd4Z3R1V0xPSExYUzVtTEhVd3BXVkx2STFHNG84ZG83Q2lna2gvZjN5TVJ0S0xpMTF1YnltN0VPYnJZZjJvMDhqeFhFOUZRWGs1Qnh3Kzk5ZjY5NmRiUkFTWE9kUUR6aXdwY1h1Y2lxcXFFNW0wRmRYL0dja3NLYkhMcnMycTNqK3RxT2pFc1NwdEppd3JxYWdncFhvaXRNdWJOeWUzK250ZFAyVUs3Y1BDbkY0ejBOdWJtOXUwNFpxNE9LZDFmMXU2OUt4blRDdWxMakpEbjVXc3Nqbi9zSjhBSkxLREJGNERJaVRZYXVtQVp1eUE1YTlLSnMrNDl5VVlZUmxHYXZLWGljZDJ6MFBHZDlnd1YwSENGOUtaYXpkUmJ1V0YwcUU5N09hQ2xtUEgyTCsrZE5xS3F6dkg1a3I0OFdycitvSjB5VnB0M04xK2xuQmJZYkhTZ1o1K25RUnlUNGM1OTBnR2Jkdkx3VHNJY3ZaRDRyZjJXVTRnbjhHTW15WFROblpJZFliV0ZxbG4yZkl5NTZCVFJUSDhlSlZNQU5OcWhBUWxjZzdBa3VjbHM2cjdyZTRuYmJIWStKbjE4YW8zSU9jZzVLZEt0dFhsNzhrNVpPMkYzeDZVNGFJV0hhK0VObU5reHZzZHYxaVhMM3hDaG5LUGVsMnlsbklQeW1lYXZoVyttK0E2dXdra0NITFp2eVVZdGZUZjF1VWhNWkxGM09FS0dlTDd5NjNTU1IvOXBwVDM2SDBYYlB3Q2RzMlc5UmVLTnVNa0VKRTQxVDVRNEI4R2w3OHZ3NUdYdndTcDFjTzd5NHZndC9zazArdktIMkRtcmZhVFpyVWREM2twcm1lWlQxb2ltWUM5NzVhZ0ZVaGR6bTAvT1c4THJpZDFDb3F5MWxvRitaNHRpaklsYU5GaGlud1BydllQaTVYZjkrOFAxVnpYdFM3aVA1WmpkYjlOZnErRjZSS2NXL091TlVzZDZ0NnVBUDU0UklJOW5hNldraWhGbWJCakJxeCtDMjZZSzl2VTFMYTBYWjBiMnE1T25hZnRDaVJ3WFZZbzVZeGFEb1BjUTVLQldwRHVITXlGVTI5WGUrZGJIeWQ4S1JlWTB4TGtRczJnUnlRQVcxRXNnZnhOWDFuUE42cUxCTVVUdnBJc1dzdnl4Ry9rdlE1N1FTN3k1aVRKaFpiaUxHbUR0bTNUbHNsZjJySEpUMHAwV0w0Ym55RDV1OXY3YnFuTnZPSlZDZnlQZUZVQ3pCMnZrZ3N5MjZiTGEvMEZhREJYS1hYQldwaVNjbHFPNDIwMEFqQzZhVk83VEY5Zkx5OE9GeFR3OGZidEhLa09HRGF5S1Jud1VOZXU1SmFXOHZQKy9XNlA3V1V3RUJNVXhNVFlXSjd2M1JzejhLL3FUTkFBay93VFhPSW1XR3JKaEhXc09YdW0xSFN1cDF0TVVCQnRYUVJQNjZwYlJJVGQ4eTRPengxdHo4bmhoa1dMQU5oMnpUVW5sbisxYXhlUkx1ci9QdG1qQjl1eXM1bnQ0cUtCVG9xbWxEb2xnWkhTK2RqNkkreXBub1RTTjBScTJQYTRUV3JUL1hLenRXTnNrZkFGK0FaTEFQT20xaEpFU0Y0cXcxbE4vckJ6cHZWWURUdENWRGZKTG12VVJiSnpFNytSVGw2WEcySGlwMUx6TG5rWlpHeUg3R1RwQkdVbkFXYnB2QmxOTWp5MXpSanBWUGtHdzkwTzUyVGhWWDN4OGJJWHBRTUgwa2xOcks1SE9mZGVxQmN0RTVmY3NWSXk1U3laUU5kTWQ1NU02WDRYRTUxT0hTdkRlNyt5bVlWN3liTnlxMDFoQnZ4MnYvUHlvNG11YS93VzUwaDlZc2NheFpFZHJNZnpoRitvZEVSNzNTSDFHZjNESk5OMzFwMHlPWkNqK0k5aDB6ZlNjVGFhSkFqZnNLTUV5cHYwbGlCRDFqN0kzQ21mWWNOT01Pa0xDWW9jMnc1NVIyUUNvb0tqVUhBTXJ2aEtoa0RQdlYrQ1I4MEdTb2UvOVJqQUlKbkdLMTYxMWovOGNyaGtXdlcrVzdJV2h6d3RBYTNWYjhudzZmTmR2L3NsRSszUC84aHpvMG1DTm9NZWxYclFTMStRZG1UcjZCYjVQc2E5RHpmK0poTTJiWjBtZGFDaisxaUgrbnI1UW9PMjBwNWloOGhuYVRCSUlDUmxQWFNjSWxsai9lNlgrcHBwbTZROTVTVEpkMVpaQ3MwSHkzZFlWaUMvcGZweHNPWnQ5KzNLWUpTTEtlMG5TYUFTSkNQV2tnRzU3bjM1RFI5Y0NhUGZnbFkyQWRTQmo4aS9GU0FCRUlEN1hBVFBsandQMjM2VXVxZUxuNUZsQjVZNWx3NXdwYTd0eWx3RjZ6K1VtNlBnUmhMNHJDeXIvWFcxWFoxZDJxNnMrNTZOZGxWVkliK2ZGUzdLSkx6UjNIblo2V3BYWHI3eXVUVHRCeU5mZ2ZxdDVYdTBUSVRtR0JCTzNRQWY5ckplV0E1dEptMG5xcXVVV21uWVVVWWZwVytWQzhMMVlpVHJ1dHROc2l6M2tMU3AvRFNwZlQzbWJmbis0aitDdzZ1bG5YYThVdHFXVDdDTUxGcjhqRnl3QVpoeGsxdzRHdkNRdEszZWQ4dHZZdXNQc1BIejJ0L3ZCVXlEdVVxcHY3emc2b20xN2xpNmxLbDc5cHhZL3RQSWtTZXlOWThVRmxKbE50TXNPQmlRaWIxNlJVYnk3UHIxSjBvdzJPb1NFWUg1bm52c2xwVlVWbkxia2lYOGNWaXVTbGRVWjR5YXFvUEpqbnlxbHhlZFltWnNiVHc1MTlQTlpEQ2NlUCtuNG9VK2Zld3liNzNjZkphMStXRGJOcGZMSCs3YWxZU01ESjZMZC9NZlFhV1VPbG1GeHlTNGFha1RHTlVOcnZ4T2hyRHVuUy9CeVFMbit1NkFsRjNJU1pac3VNbGZTc2NtYnFSMGNnNnRnZXRteXZGQU9yYXBHeVNMZCsvdkVwZ0Z5YTVwTmdoYWpaS01xbmJWbVQ3WisyWElLa2c5dXpiajVIRnhscnhPYWp5c2Z0dno5MmszQ1ZtdU5iQVIvN0UxYUZzWDUwTW0yNGtKMWhKcTM5YkxWeVpyOFF1Vm9iQnIveWYxRFd0N0g2MUhRNjg3WlZJN0x4L3BpQi9aS0ZseHlYOWFNNCtNSmdtTU5Cc293WkVldDFzLzE4emRFdnpPMmk5QnJPU2xjaDZqWHBkZzFjN1pFa3pKZHJnb1hWVXVRWm5FcVpMeDNQRkttUXd1TGJGdW45TzU4dnMvNVhkZVdTckJ2cHQrbHdCQ3hnNHBUNUxtNW50TFhnclRyb1NSLzVXTEVUSDlKQWhSbkNOQmdhSFBTRERPNkMyQmx2U3RFcXpjTnNNNkJEL2hDMmpVV1FKNnpRYkpzSDZEVVQ3VHo0ZEtKbUs5cHRVVEF4a2tlM0hMRHpJWm9MdVo2RjNKTzJMenhHd3RLYko3cnJXK1psMmt1OGsrUFp0aStrbXd4bkdDS0ZlMFhaMTkycTdxL3BsZGFPMEtZTlIvNWVKSTJpYllOVWZhVlcyWnJtR3hNUHcvRXZqMUNaS2djZnBXdVZDODlQbnEvd2RVanhpSzdDRGZZVXhmbWVETXIzb0M2NHBTK1BKU0NhQ2JxMlFVRWtnZDV0aWhrTEpXU2xFNFRuNEhVbnBpL3lLSTZRK2RyNUVMMkJkS3V6b0ZHc3hWU2wxUTZ2djZrbnJMTGFkOG5NMVpXZlQ1K1djQWdxcnI0RG9POFE4MG1TaW9EdFJXbU0wazVlWFJKalFVYjZPUmR3Y040bWhSRVc4a3V2NURVVmhlem9hTURNeG1NOGZMeXRodzdCaGY3dHBGcWsxSmdOenFXclRoYnNvb1dFbzZ1Q3ZEY0xwNGNxNm5XNFMvLzRrU0I2ZGkzRysvc2NnbVEvdnlaczJZTTNic0tSOVhLYVhPQ3R0aGpXbWJKTUI2Y0lYemJOU3U3Sm90UXhqYlRwU1pwdyt1bE02dHVSTFdmeVFac0NuckphUE03T0xpV1ZXRmRPNHNIYnlBQnBJWlZaek5pVTdYM1BzazY4eG9zaCtHYWp1TCtjbEtuSHJxeHppVHdsdEtwbC9xQnZ2bFRmdkxwRERsUmJEOUYrZjkzdXRzLzd5eUZMNGRCeVY1T0pXL3FFblNFcW01dWVrYjZaUm03SFM5ZjFXRlpKTlo2aDRidkNDOGhXU2w1UnlROWIvZWFjM0lLc21GR2JkSU5xV3JHcUIyeHk2WHlZWjJ6SlRnV1cxbEpjNFh0a09yeXdwa0tINWxLZXlaVDYzZndiSHRFcWhyTlVyYVlYR08xTW9zenBIZ1VHbStCQStQSkRnUGk3WTR1cVY2YVA0ckV0aUlhRk5kdjdQNi95dWJ2NVdiMGZ2MHQ2dWt4YTZ6VXM4WFJoTzBHUXU3NXRyWGpRMkpodUV2eXVQRWI1MzMwM1oxN21tN092WGpuQ24vMzk1OXgxZFpubzhmLzV5VFFSWXpFRGFJRVFTWklpQUlEaFQzcUZhcG8yb2QzdzZ0dHJhMWFtdXIvbXFudGZyVjFyYmYxdGJaMXFwdDNhc09RR1E2R0xKbDd3MUpnT3p6KytOT1RFSW1rQkFTUHUvWDYzbWRjNTc3ZnA3blBpRTNTYTV6UGRlOXYvUHF4YTlWM3ZmbUhmRG1iV1VmL05iRjV2bmg5NDBsYjRSNXRXRjI5Y2R2bWhlMm1YOHNHMk42Ny9CN1N0YmFFTENOUytUejc2azNid3NCMzlKTTNKcXNuaEsycGpTdkRvREJYRWxOU2s1QkFkK1lXSGxWekYrTUhNbmFYYnY0M2R5eVcxenVQK0VFbG1kbDhVZ1ZXWmZieWdWdWU2U2xBWldEdVdrSkNXVGxsOTJPTW52TEZrWjA3TWh0eHg1TC8zYnR1UHl0dDZxdEovdlp6cDJjOHNJTHRiNlhkYnQyMGJObFMxTGk0eXRsNFBadEV6NnBuTGV0WWJPUTZqTFcraFFGQnJSclYySGhNa2tTbFZkdHJrMWhYcmlGRXlwbXp1eFBmYi9kbTJGbFZXVURZbFhYRTJ6dVduV0RpNThJMlhVYlpvZWdUZnMrMEhsbytIcThkbXY0bXRWRmFjM2pmWkc3bzNKNWg3cUlGWVUvZXN2LzRidjNyYlZiYXEvelgwbFQvc040d1g3OGpsUCtnNWJTVExDdFM4SXQ4ZnNpUHlka2ZsYmxjSnhYa1RnNDU2RlFZbUROelBCOTNySnorSkFrcmtXbzFWblhvSm56cW5FNXJ3NGQ5VG12Q3ZjemlXalNML2Z2dUt3MVpRSDVVdVhuMXE3TmRTOXA5UG54VFhoZTdRT0R1WkthbEx6aVloN2ZhN0d4K0VpRTM1NTRJaDl1MmxTaDdaN2h3MW1ablYycC85NzZ0MnRIREZpOFkwZUYvZTJTa2lyVVJaMjRiaDBYWjJaeTEvRGh2TGg4T2MvVXcrSlhFOWF1NVlvK2ZUaWplM2RlS0ZlWE5RS2MxYU1IdXdzTG1iaDJiYVhqa3VMaVNFdElJRHMvbjd4NktGZHdNSjNZcFF2cFNVbk0yVnBMNWtJZG5OMmpCMGVVbEw0QUdGUkx6VnhKa3VwazQxeVk4WHM0OHRSUWp5OCtLZnhCT2YvZllYWDEvYm5sVmpyY0ZlWERoSHZEN2ZMZFJvUmI0SE4zaGd6WU9mOEkyWnFTOW8zejZyQmtNRmRTazNkV2p4NmtKU1F3ZGNPR092VS91MGNQdXFXbDhZOGxTOGdwS0dCWVJnYUxkK3hnWjdrczNBalFOVFdWOTllVjFVNmF2akhVTHR5OFp3L1h2ZnZ1NS90L09IUW9QVnUyNU90VlpBelg1cy96NTNORm56N2NlL3p4dkx0bURWa2xaUjF1SGppUXpOYXRlV2pPSFBZVUZWVTY3cTdody9uQjBLRU1mKzQ1UHR5OGo1OVdIa1RMczdNcmxJbUlqMFQ0eGNpUkFQeG8yREFHcGFmenE0OC9abXE1ciszMGpSdnJYQ2Y0aTVtWjdDcFhzN2kwL3JHa0dpUzBoM1pqWU5NckVOdHJyclVlRGkzN3c1ckh3K3VrN3BEYk1MV3pwVVBhbm0zdy9uMWhrMVJQWXFGT2FqTmZtRWc2dUp4WGh5T0R1WkthdERhSmlmeG05R2kyNXVieS9OS2x0UjhBSE4reEkzY1BIODYwRFJ0WW5aUERxZDI2OGRTaVJSelJzaVVuZCtuQzF0eUNqVXFnQUFBZ0FFbEVRVlJjVHV6U2hiWXRXakJ6MHlZZ2xEeDQ5c3l3aW1sYVFnSkpjWEdmbjI5VXAwNGMwYXJWZm8xL3dycDEvSFhCQXE3cjE0OTVsMS9PVzZ0WDB6MHRqWEhkdXpOdjJ6YnVuakdqeXVOR2QrckU2cHljUXpxUUN6RHFYLy82L0hsS2ZEeVBuM1lhb3pwMTRvRlpzMWllbmMxdHh4N0xsSXN2WnZMNjlkejN5U2U4c21JRnI2NWNXZWZ6Zi9XOTkvYXJadTd4R1JrYzBiSWxlVVZGeEVVaUZNWDJvZDZhR2srblMrQzQ1MkRwcjJEaEhZMDltcXAxdkJDRy9RZVdQd1R6YnduN1duU0MwZE5oOTFLWWRtcjlYS2ZuamREdGF2amtLdGhkaHpwaTVmVzZDWHJmQlpNR1EvWmVxeTkzdmhneWI0ZTFmNE9VSStIa3ViRHFVWmgvS3hUdnJwK3hTNUlrU2Rwdis3ZnN0eVFkQXZxMmFjUEVpeTZpVDVzMjNEaHhZcVg2dFlYRnhiUW9GM1F0MWFQa3R2eVYyZGw4cFc5ZkVxTlJubGk0a01Sb2xNZFBPNDJYenoyWDI0NDlsbmZYck9Gdml4ZHpYcytlVFA3aUYwbExTT0NtU1pOSWpvL25YMmVmVGV2RVJLTEFrUGJ0K2FnazZMcy92dnJlZTl3NlpRcTdDd3U1OHVpajZkZTJMYitkTTRmUi8vNTNoV3poVWduUktNTXpNaXFVWlRpVXhVVWlYTjY3TjdNdnZaVHhtWms4dDNRcGQweWJ4dS9tenVXb3A1L21ob2tUNmRXcUZTK2RjdzRmamgvUG1kMjdOK2g0VHV6Y21mOSs0UXVmTDJqMzk5TlBwM1UxR2IyUEwxeFlJVHRiMmk5SjNTRzVCN1FaRHBGNitodzl1UWUwT1I3aVUvZnR1R2hLQ0FTdisyZmxRQzVBVVVrbWZUUVJkaTJDajhaRDF5L0RtQm1RbUhIZzQ1YnFLcHBROWI0VysvZmhxU1RDUWttVlJNSzhxckpOVXEyY1Yyb0VmbWRKYWxMaUloRkdkK3JFdGYzNjhlVStmU2lPeGZpZjk5N2oyU3F5Y3BmczNNbTQ3dDM1NGRDaGJDcTUxVDhqT1psTE1qTlp2R01IOGRFb2R3MGZ6dHl0VzNsLy9Yb2l3RkZQUDAxS2ZEdzc4L05abFpQRFEyUEc4SzFCZzVpMVpRdVh2UEVHUzdPeXlNclA1NitubnNxaUs2NWdhVllXM2RMU2VMZWtydTJHM2J1Si9QNzMrL1NlaW9IZnpKckZiMmJOcWxQL29lM2JreHdmejMrV0xhdTljdzMyWjZ6bERYam1tV3Jia3VMaUdOV3BFMS9vMVl2eG1abDBTVTBsdTZDQVd5WlA1cmR6NWxCYTVUZS91SmcvenB2SDR3c1g4czJCQTduenVPTjQ0L3p6bWJodUhUK2NObzBwNVVwbjlHdmJscHl2ZmhXQVNDUUN3TXZubmt0UnVackJjZEh3R2VXS3E2NzZmRjlLUWdJVFNnS3lmZHUwNGZYenptTlZUZzZudnZnaUl6dDI1Qjlubk1HS3E2N2l4ZVhMbWI5OU85dno4aWdzTHFhZ3VKako2OWRURkl2eDVUNTlTSTZMSXprK25xU1N4M2ZYcm5VUk45WE56cGt3YlJ6a2I2eGMxdUJnTytKR1NHZ0RpMzVjZFh2UnJ2QVliUkdlYjN3UlBoZ0ZQYjRLK1lmMm5RQnFacjd3eDdDQzlUUGp3eXJYQUFNdmhYRS9oVCtkQU5ucm9QL0ZVRlFJQzErcy9Yem4vVFo4bVBMcXpXRWxlb0FlbytIWXI4RGsrMkhyNG9aN0w5S2hZdWkxY093MThQeFZaWXNtdHN1RWE5K0cxNzhiYWtKMzZCZHFiMDU5dVBiRnBJNjdIbzQ2QS83N3c3QllJRUJLQnpqOVo3RHdaVmowY3NPK0grbFE0THhTSXpDWUs2bEpHZE81TSs5ZGVDRUFMeTFmemcrblRXTit1VVhLeXJ0OTZsUWVQKzAwL3QrSUVjU1hCUG1LWXpHV1oyWHg3Y21UeVNrb1lNbU9IZHd5T2F5bUdnT1dabVZWT01kcksxZXlNeitmZXovOGtJS1NvT0ZUaXhlelBEdWJlMGVNWUhENzlyeTZjaVhQMXNOaWFIVTF1bk5udHVibU11a1F6Ump0MDdvMW4xeDZLU254NFVmTThxd3M3cG94ZzBmbXptVmJYdFdyaStZV0ZmR2JXYk40Yk1FQzdoNCtuQnNIRE9EUnNXTVo5TXd6RkphVVFGaXpheGZmZnYvOWZSN1BIMDQrK2ZQbks3S3pXWkdkelJkZWU0MHR1Ym04c25JbEE1OTVocHNIRHVUTUhqMjRPRE9UMUlRRUluVTQ3ei8vL3ZkOUhvc09ZMXZydUlwd1E0cHZCWm0zd2NvL3dlN1BvUFZ4a0xjWmNsZVY5U2tONWlhMmg4UU9rTnc5WkJZWGJJZEJmNEt0azJEdFU0MHpmaDAra2xyREVTZkI0dGZMQXJrQWtkTC9uVXRLNDNRZkJmMHZnVDVudzV1M1FWNVdwVk1Ca0p3T3ZjK0dsZStYQlhJQlduY0xmekIvL0ZjNDhEVTVwVU5mM3dzZ0VvVWRLOHIyZmY1TFQ4bTg2amdJanI4eHpJMVhib0t0TlpUeUdUQWUwanJCem5LcjBTZW1oR05kSkZDSEMrZVZHb0hCWEVsTnlzUjE2L2pDYTY4eGU4c1dWdVhrMU5oM3p0YXRESDMyMlJyN2pIM2hoU29YR0N2MTV1clZ2TG02OHVJL2s5ZXZaK3lMZGNnRWFnQVB6SjdOQTdObk44cTE2Mkx4enAzY00yTUdTZkh4dkxscUZUUDJvUVRGdHJ3OHZqMTVNby9PbjA4a0V2azhrSHZkdSs4UzJjL2F0dVhMVWVRV0ZYSDg4ODlYS01teElqdWI3MDJad3ZlbVRLbHdYQVNJUmlKRStQelhNR0t4R0xGeXI2VW1wZmVQSVpJQWkrOEI0bURJa3hCTmdwVi9oSlJla05RTldnNElmVTlaVkhaY3JBQnkxOEdlMWJEejQwWVp1ZzR6ZlM4SUpSWG0vR092aHBLL2prdC9Gcnh4SzJ4WkJDZmRBUm12d0JOblE4R3V5dWZyLzhWd3ErdXNwK3MraHY3alljRUx0V2RRU1UxRmVtL29PQkNtUGxUeFE1Szk1OVduLzRTc05YRCtJL0RsRitIWnkyRkRGYjkzZGh3QTdmdkNoMytHb3FvL3JLL2txRE5oM2NldzJ6czkxRXc0cjlSSURPWkthbkplWHJHaTlrNTFWRk1nVi92djEzVXNHVkdkdWR1MlZYaGRER1cvREIyZ3ZXc3JWeWNHTG94MktFczVFdnJkRCtsalE5Qm4yeVNZZHd2c3F1Slc2UzZYUTY5Ym9OVkFLTTZIYlpORG1ZR3NUeXIyU3o4Vmp2Z210Qm9DU1YyaFlCdHNlQkVXM2c2RmUyWDh4YVZCN3p1aDg2V2hiKzZhRUJUZFhVV1dma0o3T0dNejdKZ09INHdzMngvZkJvNzhEblQrRXFUMGhLTGRzUE1UbVBVVnlLdGo1bjAwT1l5bE9rVWxIM3ExT2paOERlYmRBZ1Zib051MWtIWU1mSHdwOVB4R3lOcmRzeHB5NW9YQTdvTGJ3dGNwZHhYa3JnZUtxNytHVk4rR1hodXlqMVpQcmJnL3JxU09ibEc1QU91SGY0Wk44OE1mMDFVRmNxUHg0WHpibHNLeWQrdDIvZEhmZzVFM1EvcytNUEZuKy9jZXBFUE5jZGVINE5EZUgyckVsYXdiVUg1ZXJmb0Fuam9maG44Tk5uNWE5Zm1HZnlOa3VuL3llTjJ1My9ORXVPRDNZYjQrZmY2K2oxODZGRG12MUVnTTVrcVNwS1lscVN1TW5ncTdsc0ttbDZIZFNkRGhiRGorR0pqUUY0cHp5L3IyL1ZVb0xaQzdGdFk4RGZFdG9kTkZJUWc4OVdUWStXSG8xNklUakh3SDlxeUNyZStGNEczNnFTSFFtWElFekRpNzdKeHhxVEJxUWloVHNIc1pySDA2SE4vM1o3Q3pqaDlrUkZOZzlBY2hvTHJsYmRqOEppUjFodmFuUTR1TXVnZHpSMCtwdWYyMWhGQ250L3Uxb1Y3b1VYZEFuM3RDM2R3dGI4UDZaOE5XcXMxSXlEZ1BkbjRFTzZaV2YxNnBvV1NPZzdaSHdpczNWMjc3L0kvanZSWUhYZlZCMktyUzcwSm8yU1dVWWFqTGZSVjl2eEFDdWR1WGhkcUdVbk9RbkE3OUxvSlBuNitjdlZmZHZNcGFEZTlVVTErOWRZOVEzbVRCaTVDMXR2YnJ0enNxWkNRV0ZjQmJkK3o3K0tWRGtmTktqY2hncmlSSmFscTZYZ256dnd2TEh3eXY0MXJDaVRNaDlXaklPQWMyL0R2c2IzOUdDT1R1bUFiVHp5ekxybTA3R2s1NEgvby9CRk5HaDMzRitURDM2N0RxTDBCSnhuNGtFVTcrRkRxY0JTbVpzTHRrRVlvKzk0UkE3dnJuNEpNdmh6SUVBSzJIaFNCdlhYUThOd1J5MS80TlpsMVp0ajh1ZGQrK0Zpc2VnYndOMWJmSFN0N0xtcWNnYnhNVWJBMlp5bTJHdzl3Ykt2Y3ZYZVFzc1QxaEplYk9rSm9aM245S1puait5VlY4L2pXUzZsVUV4dHdhYmxWZC9DcWNkWCtvaWJ1M20rZFdmNHJGcjhQTEpkL2I4UzNnaE8rRTUrdnI4RUZMcjFQZ3JQdGc5eGI0ei9XUW43M3ZiMEU2RkozdzdUQWZGcjBjNXRSWjkxZnVjK0dmcXo5K3ozYjQvYkZscjArNkF5SnhkWnRYcmJyRHhZOUJZaXE4L0UzWU5HL2Z4eThkaXB4WGFrUUdjeVZKVXRPU05ic3NrQXRRbEEyci94cXljRnNOS2d2bUhubExlSnp6allwbEVyWi9BTnVuaEtCdVF2dFFkcUJnRzZ6NlU4WHJ4UEpoOHh1UTJqc0VYbmN2RGRtdFBiNGFzbi9uZmJzc2tBc2h5M2Y1LzhKUmQ5YitIcUlsR1J1UnVJcjdpNnE0VGJ3bXF4K0ZyRHI4MHI5elp0aGFEZ3hCN0VWM2xaU0VpSWJNNDVSTVNEMEswdnFIL3YwZmhzR1BRVnhLZUYyY0I3dVhoNjlCZkJvVTd0eTNjVXAxTVdCOHFCVVlLd29CM1UrZmhiVXp5OXI3WFFpZGg4TGtYOE1wUHdvQjN4V1RLcDVqWjdrNjk4Ty9EcTI2MXUzYWZTK0FzMzhEK2J2aHVTdGgrL0xhajVHYWdyWkh3cUFyd3ZQaVFsajdJYngxZTFsN3gwRXcrTXNoRTMzUTVlSERqTDF2OFM0c1Y3dXoyd2pvYzA3ZHJ0MythTGprS1VqdEVHcGNMM25qd042TGRLaHdYcW1SR2N5VnBNTlVSbkl5bS9ic2FleGhTUHR1ZXhXMy8rOHVDYnpFdHlyYjEvYUVrSEhiWlR3d3ZtTC9oTGJoTWZWSTJMRWxQSThrUUxzeDBPNUVTTzFURXR6c0Y5cEtnNXBwL1NDK2RhalJtN2UrOGpqcXVrRFlwdGRMc21Rdmc4UjBXSG9mYkhtSEJsMWVMOW9DaGp3RldYTmdXVW4yU0VKckdGdVNjVnkwSzVTTktOb2RzbjBYM3cyN1Bpc0ora1lnYnlNVSszK0dHa2hLZXpqcEIxU1lBMnRtaEsxVTl4Tmd6OVp3QytvcFB3clpTM1AvV2ZYNTJ2YUNFVGVFd1BEZUg1cnNiZERsSVppYnN3bitkWFZZVkUxcUZpSnd4aThnV200TzdGZ1J0dko5QU9ZOUIwZWZDOW5ycTU5WGNZa3c3cWQxbTFlZEJzT3gxMEppQ3J6eXJaQzlLRFVMemlzMVBvTzVrblFZaUFEeDBTZ0Z4V0VSby9RV0xWaDR4Ulg4ZWY1OGJwOXFYVXcxTVZWbGhSYVZCaG1qSlk5eEllZ0tOV2ZLUnBQRFkycGZHUGJ2RUt3dDJBYlpjeUZuUVFnR3R6c1JJaVcvbENkbWhNYzlxNnMrWDNGKzFmdjNWckFOUGhnZHNtUTduQmxxNWVZc2dQbTN3dWJYNm5hT2ZUWGdFVWc3R3FhTmd6WWpRaFp1ckFBK09BSDJyQ2dMVG85NERSTGF3YXIvQzY4VE80WWF4WHRXd0xSVEcyWnMwdWsvaDRRaytQUTU2SDl4MVgxYWRRMS9FTmNtRWdmblBBakZSVEQzS1RqMm1wcjc5LzBDYkZrSS8vbWZzTnE0MUZ3TXZSYTZIUStmUEFISGZxWHFQcTI2aFV6NG5FMjFuMi9NOXlHOUQwejdIWXk4cWVhK3ZjWkM3Zzc0MXpYVjE3U1dtaUxubFE0QkJuTWxxUmtabko3T0Y0ODhrdlNrSk5LVGt1aVlra0tQdERTNnQyekpqNmRQNTc1UFBnSGc0Uk5QcEcyTEZxUW5KWEhQOE9HVnpqTnQ0MGJlV0xYcVlBOWZxa2RGb1JSQ3JBamVhRW10R2E5REhndUJ6bzh2SzFrUXJLVC8wVDhMd2R4U3hTVzN4Q1cyci9vOExUTHFQc1JkaTJER1dTR28ydXRtNkg0OWpIZ0ZwcDBXRm1HclQyMUdodk1UZ3hNbWgzMnhJbGoyQUt6WjY3YS83ZFBocUIrRStyM3hyVUp3TjdFZGZGUkY3VktwdnFSbHdNU2ZRMkphOVgzU2U0ZlNDclhwY1FKMEdnSnZmQjlhdEt5NlQvZFJZZFZ3Z0VXdmhGdFZDM09yN2lzMVZXa1pZYzRzZUtINm9GUDdQaUdqc0NpdjZ2WlM4Y2t3OUJxWTl5OVkvRnJWUWFkVzNlRzBlOFB6TFl0S1BpQ3A1c05QcWFseVh1a1FZREJYa3BxUk5pMWE4UFgrL2RtV2wwZmJGaTFJUzBqZ0gwdVdzR0gzYmo3Y0ZENFp2bkhBQUs3bzA0ZmxXVm1jMHFWTGhlUGpvMUY2dG16Smc3Tm5HOHhWMDVjMUoyU2d0am9Xc21vb2Z4Q1hDbTJPRDltNDYvZTZCYTdWb0lxdmQ1WGNmdDFtV0RodTd4cTM2V1AzZlp3NTgyRHVOMkRIUnpEb1Q5RDFxdm9QNXVZc2hMVlBoK3pmbkFXUXN5aVVVSWhWa1VtOCtZMnd5TnVSdDBLUDY4UDduSDUyR0dja29XS2RZS20rdkhNM2JKZ2RTaU5VSmFNL0pMV0dOZE5yUDlmcXFURHJ5WEI3NjlEcktyYWxkWUl4MzRQKzVVcXZ6SDdhUUs2YXB6bi9DRmw4Ylkrc3BrTWtaQmd1ZWIzMmN4WHVnWThlZzJrUFErc2VGZHZpaytHNDYwSWdLcjdranBjbHJ4dHdVdlBrdk5JaHdHQ3VKRFVqRTlldG85UGpJY3Z1ZjhlTTRieWVQZm5haEFtZnQzOHBNNVBmbm5naUQ4Mlp3eTJUSjFjNE5nSThPVzRjWFZKVGVXekJnb001YktsaHJIMDZCSE1IL0E1bW5oZEtHNVJxMFRuVXhkMDJFV0tGSVVzMXFSdkV0NEhDSGFGUHhybGhLeTkvY3dpMHBvK0ZmdmZEcHpjQlJhR3QwMFhROVlxNmphM2xBTWhkQ3dYYnkvYVZMdExXRU1IU3doMHc2NnJLKytOYmhScTVzY0t5ZlRzL0NsK3JQdmRBem55WU9qWXNmSlorR2d6OU8wdzdIYkxuMVA4WWRYamJNTHZtOXQ1blExRStMSjhJMFlTYSt4WVh3anQzVmQ1LzhwMXc3TldoRE1NblQ0U1NEU2Zkc2Y5amxnNTFPMWJXM043amhQQWh5V2YvcmR2NUp2Mjg4cjUrRjhJcGQwSktCMWorSHN6K0cxejQ2TDZQVldvcW5GYzZCRVJyN3lKSmFnNXU2TitmZjV4eEJuOWZzb1RsV1ZuOGJkdzRVdVBEWjNvUjRJSFJvN215VHgvdW1EcVZ1ZHUyMVh3eXFTbFkrWWNRckcwN0NrNVpCRU9maGY0UGg3SUJwNjZBOWlWWnRNVjVzT0dGVUNmMnBFOWd3QjlnK0N1aC84YVhLcDkzM2kxUWxBTTl2d0VuZndxRG40QlJFMFAvbFgrczI5alNUNEhUVnNOeHowTy8zNFNGeVFiL0pRUldWLzZoL3I0R2UwczVNbVQrRHZnRG5EUWJ6dHhlVmxzWUlPUDhzRCtoWFhpOThNNFF5SVZRaGlJeEl3UzBwWU1wbWdBRHhzUFMvNFpzcU9vTXZBejZmYUg2OXNMY0VBeCsvSFI0OTI3STNWNTkzNVFPTVBwN2xUT2xwT1prOEpXd2F4TXNuMUI5bjI0allQalhJQ0dsNnZaZG04UDIvSlh3NzJ0aDY1S2Fyem42ZTlCMTJQNlBXVHJVT2E5MEVCak1sYVJtWkhCNk9wZGtabkpKWmlaSHRXNU5ha0xDNTYvYkp5Zno0T3paWFAzMjIzeThlVFBqdW5kbjJpV1hjRnlIRHJ4eTdybmNNbmd3UC92b0l4NllYVXQybE5SVXhBcGgrbG13K0s0UWdPeDRBWFM1SEJJN2hIM0xIaWpyTytkL1FoQTFrZ0RkdnhJQ25OUEdRZGFzeXVmTm5oTVdMOXYwS2lSMWhjNWZEUHVubnc2YmE4akNpQldWUGQ4Mk9XVDR0aDBEUjN3VDJvMkI5Yy9ENUdGbDE0eExxMzZMbEdRbVJwTnI3aGVYQnBGRTZQbE5HTGNCeGk2RklVK0dSZGQyZmd5enJ3dUI2VTRYaDFxNncxK0M0b0tReWJ6N3M1RFZuRkp5RzJHcndaQzd1bXloTk9sZ0dYUjVxRkU0L2ZjMTkrcytFc1pXa1pGYjZvUGZ3SXRmZyszTGE3OW15MDR3OG1ib2Q4RytqVlZxS3RyM2hUNW53WXcvVnZ6NXRMZTJ2ZUNrSDBLckxsVzNyL29Bbmp3SFZrNnV1bjF2eDEwUEozeG4zOGNyTlFYT0t4MGtsbG1RcEdiazJuNzkrUGFnaWpVK256dnpUQUQrMzh5WjNEcGxDZ0R2cjEvUDhjOC96L1JMTHVIRDhlUEpMU3JpdW5mZjViR0ZDdy82bUtVNjIvQTh2QnFwdW0zVEsxVzNGZWZDa252RFZwUENuZkRwaldFcmI4ZFVXSHhQNWY3WmMwTEFzeXA3anlPaGJjazFzc3YyWmMyQ21lZlhQS2F6c210dUJ4ZzlwZlkrUzM4Rld5ZUc0UFBXQ1dITExhbTNsbms3akYwR1NWMWc5M0tZY3oyc2Zod29EbVVnUmsyRTBkTmczYlBROVVwWSsxVHQxNVBxVTJvSEdITnJXQnhtMDd5YSs2YTBoK3dOOVhQZDF0M0Q0MDVyRTZvNWlzRHBQNGR0eTBMTjZKcWtkQWlQOVRHM2t0dUZURVRubFpvbDU1VU9Ib081a3RTTWZIZnlaRzc5NEFOYXhNV3g4dXFyMlpHWFI5Ky8veDJBNGxnTUNDVVZMdWpWaXg4UEcwWkdjakp2cjFuRHpaTW1zWEJIRGJldVN0cC9xYjNEWStuaWFYVzE4QWYxYy8zdFUwTzVpYzFWTE1TUnZ4VjJMWVpQdjFsU1VxSzRyQzFyRm53d0VvNTVBSHBjRnhaUlcveVQraG1UVkJlUk9EajNJY2pmQmUrVis5NHJyZkVjbDFpeGY5dGVzTDZHeFE3M1ZsU3lBR0JpV3VXMlRvUEQ0OWJQNm40K3Fha1kvVjNvTkFqKythV3llUUFoa3pCdXI1clU3VEpoOTJiSXo2bmJ1ZXMwcjJxNVpWeHFpcHhYT29nTTVrcFNNMUpNQ05wK3FWY3YwcE9TMkpHWFIwSTB5cDZpSXZxM2JjdlZmZnR5V2UvZTlFaExZM1ZPRGxuNStmeHU3bHdEdVZLOWl3QXhJQnJLS0FCc2ZIbmZUckgwbC9VOXFNcFdQeHEyNnVRc2dCbG5OL3c0cEtxYy9uUG9QQlNlR1E5NVdXWDc5MnlIZ2wwdzVHcElTQTRMbm5VY0JLMjZ3clRmMXYzOG0wdnVSam5seCtINDRwSS9sbE02d0tETElHY0RiSnBmZis5SE9oVDB2eGhHM2hRV0NWeTMxNGNmV1d1aDV4Z1llemZrN1F4em9lLzVzT2pWdXA4L2V3UHMyUmJLbzhSaTRUd0E4VW5RL3hLSUZkZGNTMVJxaXB4WE9zZ001a3BTTS9TTkFRTUFTRTlLWXRsVlYvR3Q5OStuYTJvcU53MGN5SCtXTGVQUitmUDUwYkJobk5hdEcyTTZkNlp6U3VYaSsvOWF1cFROdWJrSGUraFM4ekRrQ1NBT1doNERyWWJBNWpkZ3k5dU5QU3FwNldqZEF6b09nQmYrQnpiT3JkeisxZzlDVGR2QlYwRWtFckozNS93RFBuMnU3dGZZdkNBc2hEYjBXaGgyUGVGREdLQ29BRGJNZ1FuM0VqNlVrWnFKYUNMME9SYytlQUJtVlZFMlovTDkwS0pWV0Vnd0dnOUZlYkJxQ2t6NnhUNWNKQVl2M3dRbi93QUdYaHJPQXlIWWxMMGVKdjBTdGkydGw3Y2pIUktjVjJvRUJuTWxxWmtaa1pIQmlaMDdzekk3bTBna3dxUjE2L2pubVdmeWs1a3o2ZmpZWStRVUZQRFFtREdjMXEwYnV3b0t1S0YvL3dySHgwZWp0SWlMWSthbVRRWnpwZjJWdncxNmZoMEtkc0NLaDJIaG5ZMDlJcWxwbVBHSHNBRThkVzcxL1JhK0ZMYmFmUHpYc0ZYbmt5ZkNKalZuNnorQjN4d1JucSt1b2RiNnBubndqNHRyUDkvbStXWG5xOHJxS2ZCMExYWGhwYWJPZWFWR1pEQlhrcHFSS1BESVNTZXhZUHQyM2w2emhuTjY5T0RxdDk5bWRVNE9HM2Z2SnFlZ2dKK1BITW0zQmczaUp6Tm5jdmZNbVJXT1Q0aEdtWFRSUldRa0p6TnYyN2JHZVJOU2N6RC9sckJKa2lSSlVqMHltQ3RKemNoWCsvZG5XRVlHbDczMUZxTTZkUUxDRGFJL25EYU5wTGc0SGp2MVZLN3AyNWVmZnZnaEw2OVlVZUhZS1BENHFhY3lQQ09ETTE1NmlkeWlvb1AvQmlSSmtpUkpVcldpalQwQVNWTDlPYkZ6WjE1WnNZSi9mbFp4OWUzNFNJVDNMN3FJeTN2MzVtc1RKdkRZd29WTXZPZ2kvbnpLS1NSRW83Uk9UT1NsYzgvbHN0Njl1V0hpUk41ZHU3YVIzb0VrU1pJa1NhcU9tYm1TMUl3OE9IczJhM2Z0cXJTL01CYmovK2JOWS9iV3JjemN0QW1Bc1MrOHdHdm5uVWUvdG0zcDNySWxiUklUdWZTdHQzaCtxY1h6SlVtU0pFazZGQm5NbGFSbTVLUE5tNnR0ZTNUQmdzK2ZweVVrTURBOW5ZMTc5akM2YzJkZVhMNmNiNy8vUGl0emNnN0dNQ1ZKa2lSSjBuNHdtQ3RKaDRtajI3VGhsSzVkT2JWclY4N3QyWlBFdURqK3ZXd1oxNzN6RHROTHNuVWxTWklrU2RLaHkyQ3VKQjBHV2lZa01QSENDMG1JaTJQU3VuVjg2LzMzZVhINWNyYm01VFgyMENSSmtpUkpVaDBaekpXa1p1cVd5Wk81WmZKa0FMSUxDaGp3ekROc3pjMGwxc2pqa2lSSmtpUkorOGRncmlRZEpyYms1amIyRUNSSmtpUkowZ0dJTnZZQUpFbVNKRW1TSkVtMU01Z3JTWklrU1pJa1NVMkF3VnhKa2lSSmtpUkphZ0lNNWtxU0pFbVNKRWxTRTJBd1Y1SWtTWklrU1pLYUFJTzVraVJKa2lSSmt0UUVHTXlWSkVtU0pFbVNwQ2JBWUs0a1NaSWtTWklrTlFFR2N5VkpraVJKa2lTcENUQ1lLMG1TSkVtU0pFbE5nTUZjU1pJa1NaSWtTV29DRE9aS2tpUkpraVJKVWhOZ01GZVNKRW1TSkVtU21nQ0R1WklrU1pJa1NaTFVCQmpNbFNSSktpK1NDRVFxN2tzL0JlSmIxZTM0eEF4b1B3NmlLV1g3b2lrbDV5MG5tZ1RSNVAwZloxcS95dU04MkJMYVE4Y0xJUkpmdWEzMWNPaDJUZG5ycE80SGIxeVNKRWxTTTFYRmI5NlNKRW4xSktFOXRCcHc0T2NwTG9EdEgwQkNXeUR1d005WGxBUEZ1VlczOWJzUDJvMkdxYWRBMFM1STZ3OGozNFVsUDRIRjk5Uis3bllud1hIUHdZUitzR3RoMkhmcU1sajlLQ3o2VVZtL1lTOUFmQnBNR1ZQTmlhSkFjZFZOU1YzaDVIbncyUzlnMFoyMWo2a21QVytFYmxmREoxZkI3aVg3ZG15dm02RDNYVEJwTUdUUHJkalcrV0xJdkIzVy9nMVNqb1NUNThLcVIySCtyVkM4KzhER0xFbVNKQjJtRE9aS2txU0cwMjRNRFB2UGdaK25ZQ3U4MVI1T21oc0NtUWRxM3MydzRuZVY5N2M1SG5yZERLdWZDSUZjZ0p4NXNPRUY2UFVkV1A3Yk1KYUdGb21Ib2YrRVhVdGg0VzJWMnp0ZUFFUmc0NHNIZnEza0h1Rjl4NmZ1MjNIUmxCQUlYdmZQeW9GY2dLSTlKZjBTWWRjaStHZzhESGt5Qkx1bm5RcjVtdzU4N0pJa1NkSmh4bUN1SkVscU9GdmVnVWtEcTI5dk94b0cvaEVXM3dVYmFnajZGaGVHeDA5dmhMaVVxdnZFcGNLZ1IySHJCRmoxZnpXUGE4ZEhsZmZGdHc3Qnh2eXRzT0Q3RmRzVzN4MENxSVAvQWg5ZUJNUnFQditCaWhWQzNrYkkvRDRVWnNGblA2M1kzdTByc0hzcDdKalJzT09veVJFM1FrSWJXUFRqcXR0TGcrSFJGdUg1eGhmaGcxSFE0NnVRdi9uZ2pWT1NKRWxxUmd6bVNwS2tobE9VRGRtZlZ0L2U4Y0x3dU9ZcDJMT2k5dk50ZktuNnRpNVhoTWZQZmdaYjNxNzdHQUdJd0pDbklMVTN6RHkvY3ZadDl0d1EwRDM2cDNEVW5aV0Rxd0JkcndwWnd5MUx5a3FVQmkzWFBsM0hNVVNoOTUwaFk3aGdPM3g2RTdUb0NFZmZDN2xyWU0zam9WdkxnU0dUTmxZRVorWFVmTW9aWjhPMjkrdDQvWDBRM3dveWI0T1ZmNExkbjBIcjR5QnZNK1N1S3V0VEdzeE5iQStKSFNDNWU2aWJXN0FkQnYwSnRrNkN0VS9WLzlna1NaS2tac3hncmlSSmFuaHhxZER1eE1yN004Nkd2UFdRMWpkc2V5dk9oNjN2VnR5WGtnbVJoTXA5dTE4SHVlc2dkeTJrVm5HdVVubnJRclpyZWNjOENCM1BENEhnVGE5V2ZkeG52NEQwaytIb240VE0yYVcvck5qZTljdlFabGpaUW1mZHJ3T0tZT3Q3MVkrbHZQNFB3UkUzUVZFdUxQczFVQXl6cm9iUmZXRFFuMkhuUnlHb25IazdGTytCK2Q4UEFkMnFkTG9RT3B3SkJUdnFkdTE5MWZ2SDRkOWc4VDFBWE1ob2ppYkJ5ajlDU2k5STZsWVcxRDVsVWRseHNZTHdiN1JuTmV6OHVHSEdKa21TSkRWakJuTWxTVkxEUytvT0kxNnZ2cjI2dHRKYXVlV05mQWVTZTFaL3JwUG4xenlXV1ZkVnpKWTk1Z0hvOVcxWS96d3N1cXVHQTR0RDNkY1JyMFBmWDBEcVVTRjd0blFodFJsbmhjZE9sNFFGMEQ0WVZiWUFHa0JDZWxtUWVlL00zNzYvQ29IY3BiOHVDZVNXS05vRkgxNEkzYTRLZ2R6VVB0RGxNbGp4TUt4OEpQUVo5aUpzK0Rlc2VhTGtvRGc0Nm5iSW1sVjFMZHZxUkpNaExxMzY5cUtTTE9CV3gwS3ZXMkRlTFZDd0JicGRDMm5Id01lWFFzOXZoS3pkUGF0RHJlR1VYckRnTnRnMk9XVHQ1cTZuMmtYZEpFbVNKTlhLWUs0a1NUcDRGbncvQkUzcjRwajdJZjJVcXR2V1BGNVdxN1hqQlREZ0VYajNpSXFacXIxL0ZJNmZOaTY4YnRFSnhzd3NhNCttaEJxNFhTNkR6YS9ESjFkUWE2Q3hjQ2RNUHdPR3Z3VGRyNGYycDhIODc0VmdhbTE2ZmlOc0FFdC9WVG9JR1BpblVKSmh5VTloY1JYMVozY3ZMY21BQmZyOUdtTDU4Rm5KOGRHazhQNTNscXNCM0dVOEpCOEJTNzVXKzVqS0d6Mmw1dmJYRWtKR2N2ZHJ3d0p0UjkwQmZlNEpkWE8zdkEzcm53MWJxVFlqSWVPOE1MWWRVL2R0TEpJa1NaS3FaREJYa2lRZFBQbGJLdGZHSFRVQnRrK0ZoVCtvdUwrd2hucXdoYnRDSFZtQWdtM2hNWGR0Q0RhV1A3NjRzS3pmM3ZyZEZ3SzU2NTZCMmRlR0VnQjFVWlFEMDgrRTNuZkJVVDhJZ2VUdFUwTzVpSnFzZlJwVy95VTgzN01LQnZ3ZTJvNkN0c2VIRE4vU1ROc3FSVXVPV3duTEg0YjhqZUYxaStSb1dFTUFBQXVrU1VSQlZNN2hNYjUxV2RjZVg0VzhEYkQyeWJxOW4xSXJIZ25IVmFjMFVMN21LY2piRkxLTHUxd09iWWJEM0JzcTl5OWQ1Q3l4UFJBSlkwM05ER1V5VWpMRDgwK3VBcW9wRlNGSmtpU3BFb081a2lTcGNhWDJoVDNWQkZ6M1JmcXBWTWlzVGU1UmMvOUZQd3lMZCszOEdNN1lzbS9YbW50RHlLSXRYWkN0cWtCdW14SFE4K3V3OUw3d2VzOUsyRHFoWXAvaVBmRHhaVFV2N0phWUVVcEx6UGthelB0V3hiYTBQdUV4L2FTeWZUUE9nNVFqb1RodjM5N1Q2a2REYVliYTdKd1p0cFlEUTUzZlJYZUZyeU5SU0RtaUpGQjdGS1QxRC8zN1B3eURINE80bFBDNk9BOTJMdzhaeC9GcElkdFpraVJKVXAwWXpKVWtTWTByR2w4eG8zWi9EZHVyMUVFMEVYSVdWOSsvTUF1Vy8yK281MXRheGdCQ3RtN0wvbVZsSE1wcjBSbU8vRzVZbUExQ1VMTlVYQ3EwSHdmZHZ4SmVEM2tpWkNJdnViZjZNZXo4dU9aQUxzQ1Izd21MaWJVY1VMbGNRWnZqdzJQcjQwSWQ0VDByUTRBNFoxN041enhRMFJZdzVDbkltZ1BMN2cvN0VsckQyS1hoZWRFdTJMME1pbmFIYk4vRmQ4T3V6MHFDdmhISTJ4akdLVW1TSkdtZkdNeVZKRW1OS0FvSmJhRmd4NEdmNnMwMkZZUEMvZTZIRG1mVmZsenU2cktBSkVESDgwSVpoUEw3U3JVNVBnUnppM1pWYmh1M0xpeitWWm9kUE9mNlVKS2dydVVicXBMUURucmVDTm56WVBWZks3ZDN1aEMydkFOcGZVTU4zOFUxTGVCV2p3WThBbWxIaDNyRWJVYUVMTnhZQVh4d1FpaWpVWnFwUE9LMThCNVcvVjk0bmRnUlJrOE5mYWFkZW5ER0trbVNKRFVqQm5NbFNWTGphVGtBaUZhdW85dVlVdnZBanBsVnQ4VWxoOGVpS3VyNXJuZ0Vka3lEK0pZdzVHbllOdVhBQXJrQW1kOFBBZUtGdDFPcHRteWJrZERxMkZCK0lUVVRqcmdKbGo4SUJkc1A3SnExYVRNeUJJNkp3UW1Udzc1WUVTeDdJQ3hNVjk3MjZhR3VjRnhxZUI4alhvUEVkdkRSSlEwN1JrbVNKS21aTXBnclNaSWFUNmVMd21QV25BTS9WL2ZySUZhdVptN0xnZnQranRiSGhWSUsyNmRXM1I2WEZoNExxOGpNWGZURDhOanBBQUtWN2MrQVNEeHNmZzJTdXNJUjM0SnRrMkRUcTN0MWpJUUYzUEszd0xxL2g3cTZ2YjRkOXMzNTZ2NWZ2eTV5Rm9iRjNISVdsR3lMUWdtRldIN2x2cHZmZ0Q3M3dKRzNRby9yUTFCMyt0bWhERVFrNGNDRDNaSWtTZEpoeG1DdUpFbHFlTEg4c09CVllWYlp2cVN1b1I0c3dQQ1hZZlZmUW5abmFaYnU3cVd3NDhPNlgrT0l2UllIUytvRXVSdjJiWnc5dmg0ZU4veW42dmFFTnVHeHFqSUwreUthVXZYK2pMT2c2NVh3M3d3NCttZGgwYkNGUDZqY0wvTjJhSGNpZkhwakdNdWU1YkQwVjlEN2J0anlYZ2p3TnBUQ0hURHJxc3I3NDF1RkdybmxTMTNzL0FnS3RvV0FiczU4bURvMi9MdW1ud1pEL3c3VFRvZnNlZ2prUzVJa1NZY0pnN21TSktuaDdWNEc3eDFWOWpxcEJ4ei9lZ2dBenZvS3RCb0lQVzhJMjdwblllbDlOUzhjVnBYM2greGZ6ZHhTYlVkRDkydGg0OHV3YTFIVmZWcDBDby83VzhvZ21neEgzd3Z4YVZXM0ozV0RQYXVoN1Jqb2RqVnNlZzIyVDZuWXArdlYwUGZuc1BsTldQbkhzdjJmL1JJNmZSRUcveFVLZDFhUnpWdlBVbzRNWDdPMkowQzdFMExKakxjeW9HQnJhTTg0SC9yOU10VE1CVmg0Wndqa1FxaTNtNWdCK1pzYmRveVNKRWxTTXhOdDdBRklrcVREU0h4cnlMd0RUcDRMYWYxZy9uZGg3Wk93NFB2d1RrOVk5bUJZMU91a1dYRGM4NkhQd2RCbUZBeC9DUXB6NE5OdlZ0OHY0NXdRckN4ZDRLc3FrVWpsZlhISllmRzBrK2ZCRVRkQzFteWdPSlFhS0MvdEdOajlHYVNmSEY0dnZxZGNZeFNPdWhPR1BBN1pjK0hqUzRGWVdYTnhMc3c0SjVSZUdQYWZpcG5LY1duVmI2VmppQ2JYM0M4dURTS0owUE9iTUc0RGpGMEtRNTZFRG1mQ3pvOWg5bldobG5DbmkwTXQzZUV2UVhFQnpEd3Z2S2NCdndzQllJQldnOFBDY3pWOUhTVkpraVJWWW1hdUpFbHFXQW50SUgwc2RMNFlPbDRRNnFidVhoNFd3ZHJ5MzdKK0JWdGg0VzJ3N0RmaHR2d2Uvd01kTDRRMVQ0YWdadTZxc3I0OXZ3YmRyd25QSXlXL3pweTVvK0oxbzRrUWlZT3pTaGNycXlySTJqSXNNbmJVSGFGRXdQU3pRcEFSUWltRHhBNGh5N1c0RU5xTkNlOWoyZjFWdjgvMFUwSjJhbWtkNElKdDRiSE5xSkNCM0g0Y2JQZzNUUDFPZUM4dEIwQ1AwNkhQVDBMZnRHT2daWDlZOVNkWThUQnNmQ2tFYlNHMERYZ2tYR1A3RkpoNWZoalgzbkxYd0l5ellNU2IwUDhoNkhnK2ZQaEZPQ3VyY3QrOWpaNVNlNStsdjRLdEUwUFc3OVlKWVN2LzlScTdESks2aEgvZk9kZkQ2c2VCWXNoZEM2TW13dWhwSWZPNjY1V3c5cW5hcnlkSmtpU3BBb081a2lTcDRYUzlHb1k4eHVjM0ErMllIa29EclAxYjlZdGY1VytFVDIrQTVROUIvd2RENlFPS0tpN3N0Zm0vc09yUCt6YVd4SFFZOUdqWjY0UjJJVk8yUlNmWU5obG1YMU5XQmdEQy9wNDNoS0F3a1pEeHV1SjNzT2l1cXMvZjdzUVFtQzNPQzJQUDN4VDI1NjRPQzRVdHZDTUVhRXN0dlE5YUhSc0N5WkVFS002SFRhK1V2YS9TUUM2RWhjM1NUNGJsL3dzTGJxOTZzYkZTMlovQzVHRWhPM2ZYWjFDVVhYWGQzZjJ4ZlNwc213aWJYNi9jbHI4VmRpME9tYzBiWHdMS0xVYVhOUXMrR0FuSFBBQTlyZ3VMcUMzK1NmMk1TWklrU1RxTUdNeVZKRWtOWiszZm9PMG95SmtYNnIvdVhsYjNZM2N0aEJsblE4WjVzRzFTMmY1M013bmxCWXFyTzdKNnEvOVM5cnhnVzFtQWVOTXJsZnZPLzA3WUlHVC9scS9IVzVYUGZoRVdjQ3ZhVTNGc3VXdGc0b0RLNDkyekVxYWNVTGR4ejdvR1VudkRqcWwxNjUrM0hxYWVETEdTTWd4TGYxbTM0dzdFNmtmRFZwMmNCZUhmVTVJa1NkSitNNWdyU1pJYVVGSElzajBRbFFLdFJRZDJ2aHJQWFkzYUFybWxmWXFxNjdjZmdlZnlDcmJBamkzN2RreHgzb0ZkVTVJa1NkSWh4d1hRSkVtU0pFbVNKS2tKTUpnclNaSWtTWklrU1UyQXdWeEpraVJKa2lSSmFnSU01a3FTSkVtU0pFbFNFMkF3VjVJa1NaSWtTWkthQUlPNWtpUkpraVJKa3RRRUdNeVZKRW1TSkVtU3BDYkFZSzRrU1pJa1NaSWtOUUVHY3lWSmtpUkpraVNwQ1lodjdBRWNDaUtSYUF4aTRVV3NjY2NpTlloSVl3OUFraVJKa2lSSkI4ck1YQ0FXS3piVXBXWXBnbkZjU1pJa1NaS2s1c0xNWElCWUpDdEdiRThrRWtrMjhxWG1La0prY3l5T2dzWWVoeVJKa2lSSmt2YVB3VndnR2kyYUhpUHV3VWdzMXFleHh5STFoQmlSd2xnczhtNWNUdXR0alQwV1NaSWtTWklrN1IrRHVjQU5QeHV5ZHZ6NForODZwVU9INU1ZZWk5UVE0ak5hRm4vOW51UDJRTVNxMEpJa1NaSWtTVTJVd2R3U3p6MzNwYUxuSUtleHh5RWRkaUtSR0RGanpKS2taaVpXN2dOVWY4eXBXU241aG80MFFuMDY1NVdhTGVlVlZQOGFjVjQxTUJkQWs5UzRZckhtOXorckpFa1JmNzVKOWM1NUpkVS81NVhVNUppWks2bHhGUmZ2SUJMWlJTU1MydGhEa2VwVitVK0FJNUgxSkNUa045NWc5aExEREF5cG9SV3lnN2pZTG9pa3VzQ3VtcGZ5UDk5WVQ3VGc0UDE4YzE2cDJYSmVTZld2RWVkVkF6T1lLNmx4UmFQVGdKOENSemYyVUtRR0VZc1ZFb2xNb0tob2UyTVA1WE1SSWdaeHBRWVd5WjBHeVQrRm1EL2YxRndWUXZFRVZtOCtlRC9mbkZkcS9weFhVdjA3K1BPcWdmbTVpNlRHTjM1OEhQMzd1d0NobXF0aTdybG5ENGRRRG16c1pTNGt3dE9BR2ZGcXpwWVJZWFRrWERZMDFnQmk0NG1qdnd2c3FybEtLT2FlZFhzaUIvbm5tL05Lelp2elNxcC9qVE92R3BMQlhFbVNEak94VitrRVhFUE1qSGcxVXpFS2dRbkU4WHprSFBJYWV6aVNKRWxTZlRHWUswblNZU2oyTEhHQUdSaHFucElwNW55YVZRYUd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HdHYvQjZQZzNIQm14SE9WQUFBQUFFbEZUa1N1UW1DQyIsCgkiVGhlbWUiIDogIiIsCgkiVHlwZSIgOiAiZmxvdyIsCgkiVXNlcklkIiA6ICIzMDE0OTMyMDciLAoJIlZlcnNpb24iIDogIjk5Igp9Cg=="/>
    </extobj>
    <extobj name="ECB019B1-382A-4266-B25C-5B523AA43C14-2">
      <extobjdata type="ECB019B1-382A-4266-B25C-5B523AA43C14" data="ewoJIkZpbGVJZCIgOiAiMzk4NTE1MTI3NDEzIiwKCSJHcm91cElkIiA6ICIyNDcxMDgyOTciLAoJIkltYWdlIiA6ICJpVkJPUncwS0dnb0FBQUFOU1VoRVVnQUFCWE1BQUFLMkNBWUFBQUFNcmcrS0FBQUFBWE5TUjBJQXJzNGM2UUFBSUFCSlJFRlVlSnpzM1hkOFZmWDl4L0hYdVNNM04zdUhoQ1FRaG14a2l3b0tPSEFQSEdnZHRYVzB0V3ExK3JOVmEwdUhkdGk2VzIyMXRWYXRWZHlDRzBGUkFSa2lRL1plR1NSa3I1dmM4L3ZqZTVON0x4bk1rQVRmejhmalB1N1o1M3NoMytTZXovbWN6eGR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BNkMvVEpPKzExNkh2VCtiOVBYbnNrdyt4MnltcGJaV1BaTWh1M24vdDN0dDNuY2Zwdkg3UmxjWnR0WTlqdU1QZGoyaUlpSWlJakl0NFBWMFEwUUVSRVJPZExzR1R3TlhBSjh6enFIMSt5WlhBcjBhbU9YOTZ5eldScXkvM3pnT09EdjFqbjgwSDZiWTdINEd6QUdQeWRZNTdHd3pmTy94U0FjckFqTXZnaEVBZWNCVjF2bjhQd2hmRFFSRVJFUkVUbUt1VHE2QVNJaW5kNjBhVkdrcFdWVFg1K0cwNW1LYmNkMmRKTUVnR3BzdXdEYkxzRHAzTXFQZjF6UjBRMlNyc0YraHpQeGMyMWc5aFg3Ylg2SnpUaGdjdXM3VVdLL3plbkFHQ3grMzJ5OWswejhuQUNBZytmdHR4bHVuVXRWcThlenFBczVkajBRaTRVRi9NdCttKzNXdWN6WnE4MXhOUEJqVEFBNk43QjRJdzZlSjVFbnJST28zdWNIRnhFUkVSR1JMay9CWEJHUnRqeisrQWpnVnZ6K29UaWRTZGgyRXBZVjNkSE5FZ0Jxc0t3aWJMc1lXTTNmL3ZZWUJRV2ZNMjJhdjZNYkpwMmJkUmJ2MmpPNUM1dmZBeFlXdHdFN0E2czNBL2tobXc4QTRzeU9uQUNjajhXL3NWczQ1Z3ltWTRLdHgyRHhBUERqVmh2aHdrZEQ0ODc0c1prS2ZJVUo2b2I5anJFL0lwa2FGbURSZTYrampNQm1CTVZjWWM5bW5EV1JtdjM5TnhBUkVSRVJrYTVKWlJaRVJGcnoyR00vd2JJZXdMTGNIZDBVMlUrV2RUODMzbmhQUnpkRERwMzlObEc0eUthQk5DQVZPUHdaOFRhVHNMZ1VlQUM0QUJpQ3pYTll6R3JheHMrZE9CaUl6YlBBRUN4R1lQRVFOdWNCdllIWndMTUFXTVRqNXc5WWVJRlYySHlKUmY5V3poMkJ4ZkRBM0c1Z0F6WVpXTlFEaGNBL0lCRHV0YmtJaTNNRDI1Wmk4MVlnaS9kQ2FBcjgvZ3Y0OUhEOHM3VEpvaG8vQlRSUWdNVTI2M3pLMi8yYzBpN3NCOUtqOFR1enNKeHBPT3hVY09pcGs4N0FwaHI4QlZpT0FyelZXNjBmRitxcGt5NUUvYXFUVXIvcTB0U3ZPaW4xcXc2bFlLNklTRXVlZUdJU2Z2OEhnQk1neXVWaVNGSVNHZEhSeEVkRWRIRGpCS0NxdnA1ZFZWV3NMQzVtVDIxdDQySWJ1SUlmLy9qRkRteWFIQ0w3TFVaZ2NTc1dRN0ZKd2lJSk9MSVo4VGJtVzlMZTcvdTczOTdUSGFGOXpsOERGQUhGMkd6QTRrRVc4YmsxRFdYRWR5SDJReGtqcUhmOUg1WmpnSG5paENUUVV5ZWRnbTNYWUFYNkdLekdiejlHMVRiMXNTNUEvYW9UVTcvcXN0U3ZPakgxcXc3VjZZTzV6MHo3S3FHaTFqM0lvcjRYT0hJZERoSTd1azBpUnd2YnRocXd5Yk1kYkhEWWJLZ3ZqMXh6eTJOOWEvZTk1MUh1OGNlVHNhei9BYWNDREUxSzR0ZkhIY2ZRNUdSU0l5T0pWVEMzVTZpdXI2ZXd1cG9OcGFYY3YyUUpIMjNmM3JocUdYNy9CZHg4ODZhT2JKOGNIUHR0ZmhJb1VkQytHZkdOWlJMYStpWVV1czNCQkVZUFZ6QzFvNFBDKzNhL2RRN0tpTzhpN0QvbEJKNDZhZWMrSm9lUG4vdXRPN2VvajNWaTZsZGRrUHBWcDZkKzFRV3BYeDB4bmZiU1lObzAyNUZhdmV4czIybjkyV0ZaV1lETEJwY0ZqbzV1bThoUnc4WUcyMjlqMVZ0UUIvWnNmMjM5TFRmOVpjU1dqbTVhaDNyODhaT3dySmVCZEsvVHlZdW5uY2I1dmRvYTVGNDYycExDUXM2ZU9aTzhxaXFBS3VBNlplZDJQZlk3VEtLQkQ3Qk1SanlPS0lnYkFwNE1jTWNmdmhPVkxvTHlsWUFERXNaQVREL1kvU0hVN0RUenRmbFF2UVdTVG9iS3RWQzdDeExHUXUwT3FONEdLWk9nYkJuVTdZYm9ZeUNtUCtTL0ZYNk9sRlBCMHcxYVMwNndiZGdaK0JHTlNJUFVVOFBYaDFaM3FhK0NncmZBWHd0T0x5UlBNbTBzVzJ5T0U1bGwydFQ0dGE3Z0hhZ3JOTk9aM3dISFlid0dhcWlDbWwxUXNSSjhlNW8rRFg2dXNNNURmYTZUc3gvb01RbkwvZ0FzMDhkY2taRFNIMkxTd0JQWHdhMFRBSHhWVUZrSXU5ZENiV2xnb1czanQ2K3c3dHltUHRZSnFWOTFBZXBYWFk3NlZSZWdmdFdoT3VVQWFOT21yWXhJclZ2K0tDN0h0WTZRTm5iYXlMTklWMlZoZ2VXMFRDa0JEMWpuT1R6dWlVL2N2ZUtHSDkwLzZDV3c3SDBlNCtnVWcyMTdzU3hHcHFVeElqVzFvOXNqKzNCTVFnS25aR1h4d3RxMUFCRlkxbUdNL01tUllMOUdNbjd1YWdya3hnNkZZMzROY1VNaEloVmNoN0U4MnFvN0FzRmNQNVRNaDZSeEVEdkVCSE83WHdWRmMwd3d0K2ROc09WSkU4ek4raTRVdm1lQ3VibTN3YnJmbVdCdThrU3ozZDdCM0Y2M1Erb1piYmNqN3czd1Y1dGc3TEFYMnQ2MlpDSE1PeGthcXFGZ3Bsbm1qSVkrOTBEdk84S0R2eC8zQWdyTit1SDdPTzZCYXFnMmdlTEtEYkR4ejFENERwaS9KaiszMzJLK2RSN0tpTytrN1B1N0o0TjlWOU9GY2RwZ0dIc3pwQTZBcUdTSTBGT3JuVUo5RFZRVlE4bG1XUEJYMlBvNVlGazRySi9iRDZUUHQvNHZYMzJzRTFHLzZpTFVyN29VOWFzdVF2MnFRM1hLWUc1S1hmMFVjRnpmbUlVYjRYR1ExU2VHaEJRUDNtaG5SemRQNUtqaDkwTmxtWTg5QmJYczJGaUIzdzlZeFBxeGYvbjR6NzVlZnRNZldkblJiZXdnY1RnY2tkZzIzYUtpU1BaNk83bzlzZy9STGhkWjBkR05UOE03OGZ1VG1EYk53YlJwcXRuVVZUZ1pCQXdCd09HRlkzNEQzYzV2bjNNTitMUEpobDM5TXhNRVRUOEh5cGNmL1BGY2NaQjJObFJ0TmhtcmpjcVdtcUJ2UzdwZmFmYXJxNGI2MHBhM2FWVDRMcXo2bVFuOGhtcW9oSklGSnFqc3lUREw2Z3FnT3ZEZE9XSDB3WDJldGppOTRNMHhyOGp1TUg4SjFPYUJSUjhjakFVRmN6dXRDTWNnc0V3ZmMwWEN5WGREemdrZDNDaHB4aFVKY1pubTVZbUQxNzRIVllWZzIzMndJdFRIT2h2MXE2NUIvYXByVWIvcUd0U3ZPbFNuQytZK2Z2dVNIazdMOFg5MklKQ2IxVHVhU1JkbEVSbmx4T0d3c0J6S3p4VTVYR3pieHJiQjMyQlR1TE9hMmEvdG9MU29EZ3Y2V1U3bkQ2Wk4yM1RudEdtNU5SM2R6Zzdnd2JZandBUUpvMXlkN2xlbDdNV3lMQkk5SGx3T0J6Ni8zd0xpeU1odzB1b3o3dExwT0lnQnpKMlQrSkVRUDZKOXo5ZjdUaE5NdFp5bW5BSy9ENjZ6Rzh5N3RaK1ZuYnc1TUhvR2JINGNWdDRjWEY2YkIzbXZ0cnhQd2loVE9xSXVIM3dsclI5Nzg2T3c4bGJBQmlzQyt2M2FaQzJ2K3pXVWZBbjViOEtlZVhEY0J4QjNMR3g3TnJodnQ0djJyLzBIeTVzTnlhZkF6aGNBSWdCbHhIZG1saDJESGVoajZVTWd1VzhITjBqMktURVhlcHdJcTk0QVMzMnNVMUsvNm5yVXJ6by85YXV1Ui8zcWlPdDA5V2NkSHZkZ1AzWTJnRGZHeGVoVDBvbU9jK04wT1JUSUZUbk1MTXZDNGJCd3VSMTB5NDVpMEpna25DNEx3R0ZqajBuM2xTWjNkQnRGNUZ2Q1R4d1FDWmhhc3hGSDROZFBqeDlDenZYTmx6ZFVtWGRIWlB1ZTM1MWszbjE3YVBHK1E4VXErT1oybWtaaUcva3k5UDQ1cEowRkozd0JmWDlwbHRjVndJTFRUQ21HRFg4eXl6d1prUDI5OW0yL0k5S1VpRENGc0p6WUpOblRPdDkzU3dud1c4RStGcDJxbW9OZGdUc0tZcnJSMU1kUUgrdDAxSys2SHZXcnprLzlxdXRSdnpyaU91RS9yaVBld3ZJQ3BHVjVTVWpXcVBFaVI0TGxzT2llRzQwMzJtU2hXcGFWWkRjNFBCM2NyRytGaldWbDFQbmJKNEcwenU5blpYRXhiMi9lSExhOHd1ZmpqaSsrNE5iUFB1T1BTNWEweTdsRkRvZ1REeWE3RTF6UjRJeHEvM011dWRUVXp5MzdPbng1N1U3ejdrNDR0T09ubmdGbjJ6QjJkbkRaZ0FmTXN0NC9oNGlVd0VJLzFCWTIzei92ZGJEcnpYUjBQMGdQS1R0aE9VMU40UUYvTWZOMWhmRDU4ZURiSFR5UHM1MXJ5bGtXUkNTQzVRTHo3VDJPYzFBOXJNN0tzb0o5ekIwRkx2Mko3L1FzQ3lMandlRTBNNVlWUjRiNldLZWlmdFgxcUY5MWZ1cFhYWS82MVJIWDZaNGR0cTM2Qk11MnZGZ1dNWEV1SWlMMS95OXlwRVRIdVhHNW16TGdrNXdXdXB2U2ppcDlQdTVidkpnSGx5N2xoNE1IOC9DNGNXSHJheHNhS1BmNUtLdXJvN3l1ampLZmo2S2FHblpYVjdPN3BzYThBdE5Qbm53eXFWNHZQLzM4Y3dxcXE4bXZxbUpuWlNXYnk4dHBzRTFXMzY1cnJxRmJsQW1RM1R4M0x2OWV2Um9MZU8vY2M5dHM1L0tpSWo3WnViUEZkVjZYaTJzSERHaWFMNjJyNDVwWnMvRDUvVVM3WEx4NCt1azRMRDFWSVoyUkh3cmVnNFp5S1BvVUlnSlpzdjQ2cUZ4dnByMDU3ZHNFVDdmZ2RNMDI4S1NIcjY4SjdYZXQ5S05lUHpXRHVPMmFEZ1RLUStUZUN0MnZPSnd0RlJFUkVSR1JUcUxUQlhPeEhlN0drYXdkVGdjT3A0SUFJa2VLSzhLQm82bWNpZTJ0c2V6Tzl6dmlLSkpYVmNVank1WlI2L2Z6eUxKbFRPamVuUXR5Yy9uYmloWGMrdGxuK0E0Z1cvZXpYYnU0ckc5ZlhscTNqcUxhMmxhM3ViaDNiLzcwMVZmOGUvWHFwdVZUM24yM3hlMy9kTUlKM0RoNE1KL3MzTW5OYytlMnVFMnl4eE1XelAzTndvVzhzY25VdW5kWkZsOFhGVEU4SmFYRmZVVTZWUGtxRThnRlNCb0hTU2VaVEZvQWZ3MjRVOHdBWDMxL0FUblhtY0hFQ3Q4N3dIT3NiRHZEMkpzVm5LNWNEOUhIbUtCc3hxWGdpb1dvWGlIclY4T081ODNBYVkzOE5iRDFhU2g4UC95NG5tNlkwZ3hOdjg5cE5SZ3MwcDcyYklTaWRXWTZxUThrOVc2Zjg1UnRoM1h2UThrVzh6cjVia2pwMXo3bkV1bG9OU1d3ZllHWjlpWkQ5MUh0YzU3NkdsajVxaG1wdm1RcjlEa2RCclZ6TFhhUmpxSitKVjJNQWpVaUloMmtkM3c4ZnpqK2VHNEpCRXEvTjJzV3c2Wk9aV3g2K2dFRmNpMWdTV0VobC9YdHk0Q2tKTmFYbHVLM2JRcXF6Y2ozMDBhUDVvUnUzUmlkbHNZank1YnhzM256bXZhMWdjcjYraGFQMjFJYm9sd3VMS0NxdnQ2RWgwS3liaGNYRnZMWTh1Vk44L1cyemZjLy9wajVGMTJFeDZtbkxLU1QyZk41Y0RwcEhIUzd3RXgvRmNob2pSc0M4MCtGek10YXJxdTdMenVlaDEydnd2RC9nanV4NVcyOHVjSHA4cFVRT3hDV1hRY3Jib2JqUHpiblh2c3JhS2d3Mnl5OUNqWStDTkY5b0s3SURJRFd1QTR3MWJQOHNQcm5zUDA1aUJrQVZldWgveDhnZGZLQmZ3YVJRN1h5TlZqd3VKays2ZTcyQytZNkkrRFQzNE0vOFBjc29RZWM4cHUyOTlrMHh3UitXNUxRQTNJbkJPZDNMWUY1ajVucGpHRncvRThPdmMwaUJ5dC9CYno1QXpPZE94R21QTk0rNTNGRndsZlBRdEZhTTc5bjA3NkRUcnRYdzdZRnJSOXZ5TlRnZkcwWnZIY0hOUGpNby9UblBMYi9BNCtLSEc3cVY5TEZLSmdySXRLQmJob3loT25yMXpOMzF5NUs2dXA0YXVWS2ZqMW1ET2YyN0luWDZTUTJJb0pZdDVzdDVlVzhIc2g0UGE5blQyNGZOb3dVcjVka2o0Zmt5RWhjRHZOSGV1NkZGd0x3K1BMbFRkbTAxdzRZUVBlWUdINHhmejczQityam5wS1YxYXlzUTM1VkZSZSsreTdsUGg4SkVSRmNrSnZMM2haZmNnbnBVVkdrL3V0Zk5OZzJKMlprQUZEdTgzSFpCeC9nOC90eFdoYS9HajJhWDM3NUpVdDM3K2JhMmJONS90UlQyK2NmVU9SZ0ZlOFZ6QVVUNE4zNVB6TmR0Um1xTjBIeFhCTVVUUm9ISS81bmF0ZzZ2TER1ZDIwZmY4Y0w1cjNpR3pNWVdhUHR6OEd1VjZDK0RJWTlIMXkrNXd1SUgyYW0vZFZtY0xUSVRCanhJaXk1REJvcXpicXlyOHdyVkVRYURIblNETnoyOVRXbWpSVXJ6UXRvR2tCTjVFaW9xd0E3Y0RPd3VqaTQzT0UwRjVrSEtpTEdYSWkrZUJGVTVPM2ZQc3RlaEkyeldqL2VkOStINWYrRGRhMWsyL2M5SXlTWWE4T3NYMEYrNEdabDBWb1lkUjI0MjdrbXRVaW8raHBvcURQVGxTRTExbDJlZyt0WHJraHpFK1NUKzJEdE82MXZWMTBTbkM1YUMvODR3ZFRHYk1tVWY1dUEwOGUvYW5sOVpFSjQwR25lbzdEK0F6TnRPYUZ3RmFRTk9yRFBJWElvMUsra0MxTXdWMFNrQTFuQVB5Wk1ZUExiYi9PbkUwNWdhcDgrQUx4MTFsbGgyLzF2M2JxbVlHNXVYQnduWldZZTBIa1c1T2Z6eDY5TUFHaGthaXIzamhyRi9Zc1g4OVNFQ1VTNzNWVFYxM1BEN05tVSszeFl3RDhuVGFKSGJHeUx4M3B2NjlhbU9yelhEUmlBeisvbmt2ZmVZMzFwS1FBL1BmWlk3aDAxaXM5MjdlS0RiZHQ0WWUxYUVqMGVIaDAvWGc5NlMrZFJOTWU4Ung5amdxRlZHMkR4cFlEZkREWjIvR3o0OUZnenNOamlpK0drcjhLRHNuWEZ6WS9wMjlOODJacGZoTStYTHpQdmtUa1FOOVFNVXRaUUNjV2ZCVE1uSEZFUUZjaGdURHNIVHY0R05qOEdoUjlBMVVidzEwSkVNc1FOZy9UeklPdTd3WElPMFgxaHpiMG1PR3c1SWU1WThQWTg2SDhta1FQMjN3dURwUlZDemZtdGVSMm82K2RDWExZSjVKYnQyTDk5L0w3V3Q0MW80VytieXd2WTVzSWV3aStxdjNvMkdNZ0ZjOXhQN29kVDc5dS90b2djRHAvY0Qwdi8wM3o1dXZkYXZ5blJsak1lZ0VHWG1Cc3UrOXV2QU1wYkhrTUJDQWJGR3JraUFRdnF6Wk5pWWYwcWZ6bDg5ZS9ndk4wQTcvMGZYUEU2T0RYWWxSd2g2bGZTaFNtWUt5TFN3Zm9uSnJMaHlpdWJzbXNQMXA3YVd2NGFLSE93SUQrL2FmbWp5NVlSRnhIQm5jT0g4K3FHRFR3OGJod1h2UE1PUmJXMWJDb3I0NStUSm5IMVJ4K3h1TkRja1g1bzNEaW05T3JWNGprQVptemVERUQzNkdoT3pjN202bzgrNHYxdDJ3QVlucExDYjQ4N0RvQ25KazVrK0VzdlVWeGJ5K1BMbDFOWVhjM1RFeWNTNDNZZjB1Y1VPV1JWRzZGbXE1bE9HbS9LRlN5ZUFyV0JMOU9ESHpPQjI2SC9oRVhuUVYwK0xKa0tpU2RDL3B1QUE2b0N3U3FuTjNqY2dobkJhVmU4cWNHNzY2V1cyK0R3Z09XQzFOTWg3M1d3NjJEM1IyWmQ0bGdUaUcza3pZRUJENWpYdmlTTWdlUGUzL2QySWwxVlFnOFk4WDB6WGI0VGFzdE4xbTlTbitiYmxteUcrbHB6OFp2UXd5eHo3alcyYTFRSy9HZ1JiUGdRM2dpVVZNa00xRW9zL01aYzdBUEVaa0t2aWZEMUMrYVZOaGlHWG43NFA1OUlSNW4wYS9OZVV3SVZnZStSQ1QxTmxtS295Z0tvRHR5OFRPNGJ2QkVabXhHKzNWVXpJQ29WL2piY1pPczM5cXU2Q3BoeGt5bUxZam5nK0Z2aGl3ZE5mM3YvVGpqcmtmYjVmQ0lkUWYxSzJvbUN1U0lpSFdUT2poMXNyNndNVzNaeDc5NUVIbVI5MmFLYUd1Nzk4c3RteXg5WXVoU0FkODg1aDN0R2pzVHRkSEorYmk3L1dyMmErZm41REg3eFJXeE10YzJIeDQvbjVpRkRXajFIZzIzejN0YXRUVzI5OE4xM20rWVRQUjVlbmp5NXFUNXVUa3dNejU5Mkd1Zk5uRW05YmZQUyt2VXNLU3hrN29VWGtoN1Z4cUJRSXUwdGRNQ3dwSEZROUFuVUJESW9jbjhLS2FlWjZmUnpJZWNIc1BVcFNEa2RZbzZCRFg4SVAxYjh5T0IwOXl0TllEaG1BSXg2RStyTElmOXRVd3MzZGhERURETHZzUVBCR3dnczliekpCSE5EaFE1eUp0TFY1RTRJRGo2MlpTN1VsQWFXVDRTSWd5aE40TjdyNzBWTU4raC9ucmxnL2VCbnNQRmpFNnk5cm9XQk9sK2FhZ1poU3gwQVkzNFVPSjYzK1haZ2pnTW0yRHR3Q3BUdmd0ZXZDMlpGblhZZlpJNkV0ZSthckt1UGZnRVJVZEQvL0FQL1RDSUhLbjB3OUR2SFRCZXVndUlOZ2VWRGdqY3FEa1I4ZHZObGd5NENYeldzZUJtVy9kY3N1K2haU0IwWXZ0M2NQOEhLNldiNnVrOU5acnZEQmQ0VzZzTnZuaE1zdXpMME1wTTEvL2FOd1hyVm82NkQ0MitCSFF2Tjc0dFZiNEluSGs3NU5ScTRVOXFkK3BWMFlRcm1pb2gwa0Q4dlhjck1MZUdEcjV5YWxjWHZGeTlteDE1QjN1MFZ3VUdPWm03WkVqYmY2TzVSbzRoMm1WL3JqUU9VUVhEUU1wZkRRYlRielpMQ1FwSWlJL0U0SE5UNi9kaEFtdGZMTTVNbWNWYVB0cis0ZkpHWFIzRnRMUUFuWm1Ud2VDQVRPTUxoNEkweno2UlBmSHpZOW1mbTVQRGNxYWR5eFljZjRnYzhUaWVwM2xZdXBFV09GRzgycEp3S3UyZWJZRzVVSHloZFpHck5EdmhUK0xZREg0U01pODMybFdzQWg4bW9qVWlDakVzaE15UXpyK2ZOVUpzSHZYNEs3bVRBaGpNcmFQT0xjL0lra3dHOC9qNm95WVBzNzBIMk5lM3dvVVdPa0pQdkNVNC9OVDRZekQzakFaTUYyNmg0UGJ4N2g1bE9IM1JnWlF1bWY4ZGNlRGVxcjRFblI3ZStmZUdxNFBwaFY3YzhPTnJHMmVhOXorbm1kOEdyVndVZmZSMTJsUWxHTjM2TzE2ODFqNi9PL0FtVTU4SG9HOUFGc3JTcndaZWFGNWpIcGh1RFRxTi9FQXhHTlhyNWNoTThzaXk0L05YOUgvem84Ny9Ba3IwR2ZYcjF1MjN2OC9SSjVqMjVMMXp6WWZQMUd3STNTV0xTSVdjY3ZQTlQyUHlwV1pZMkNFNjgzVXlmL2dkNDdpenorMkxwZjh3Tms4bC9WRzFxYVYvcVY5S0ZLWmdySXRMSnZMOXRHMnRLU2xwZHY3NjB0S2srYmFpSHg0Mmo0b1liMkZsWlNjL25uc1BuTjNkczEzem5PMlJFUjNQMVJ4L3huUTgrb0xDbUptdy9wMlZ4Zm00dWRZSHQyL0pSb0p3Q21FemUyNDQ5bGtlV0xXUGFtREU0TEl2UGR1MWlaR29xWHBlTG9wb2FsaGNWMFMwcWlvZkhqK2VlK2ZPNWUrUklISzBWK0JjNVV0TE9NYSs2UW9oSU5jdUdQZzNPeVBEeUJtQnEwYVlFQnZDTDdnZG5ON1I5N0g2aEFhbjkvRm5QL3I1NWlSeE5iRDlVN0RMVGxnTzhTZUhycTRvaHp6dzUwaXp6YU1PSDBPdVVJemNDZDhISzRPQnFXV1BndjFPZ05QRDNMbjBJVEFpcGZkM3JGRGp1Smxqd3VKbi85UGV3L1V1NDhKOUhwcTBpb2JVNG8xT2JyOSsrd1BRL2x6ZThEMjJiWndJOW5yajJieU9ZTm13TzFLYy81aXg0OHdiWS9JbVo5OFRCdVg4TjF2R002dzVuUFd5eTRlMEdXRE1EOGxmQTVkUE5JK1VpN1UzOVNyb1lCWE5GUkRySUhjT0djVm5mdnZ4MStYTG1oOVM0alhhNW1qSnNHOVg3L2RRR2dxMXVoNE9JRnVyck5nWkovN3A4ZVZNZ0YrQzYyYk41OXBSVDZCNGQzUlRJalhXN0daK1J3UWZidGxGdjJ6eTNaZzBYNU9heWRQZnVwdjBpbkU0R0pvWmZZRi9kdnovdmJOMUtoYy9IbmZQbXNXenFWRTdQenVhcGI3N2g3dm56QVZoN3hSWDBqWTluWGw0ZTU3NWpSbkw5N1pneExMemtFbnJISGFFdk9pTDdJeUxraTZ5cjVRSC9ST1FnVmVTYlVnaGdzb0RldmhHNkhSc3NkOUE0ZUF1RVh3Ui84enE4ZXh2MFBCbk9maFFpdzUvNEFNem8zdjQ2K09oZTJEVEhsRm40WGd2WlM2OWNEWHMybWJJUEZ6NXRsclUwQU5xR1dlWTlycnNwcTlBWXlJM3JEaGYrcS9uQU1lUHVnTnBTV1BwY1lMc0RHNVJVNUpDVWJROU9MMzhKRmowTjUvL2RCSmdhYW9PUFgzdENmdGFMMXB1QVRuU0syVGFsZi9Qakh2OFRHUGw5V1BrYWZQR1FXWGJCMDVEYUwzeTd6eCtDYjE0ejA5ZDhDTzVJY094Vml4cGd4K0pnWm43M1VXWXdRUUNIR3k1NHl0UU5EWlU3RWM1NnlHUzhZNXVTSjk3ay9mb25FVGxrNmxmU3hTaVlLeUxTUVNaMDd3NllBY1ZDZzdtTEw3MjAyYmIvVzdlT3l6ODBGNm8zRGg3TXcrUEd0WGpNQ3ArUGYzenpUZGl5OTdkdDQ4VFhYdU8xTTgra3BLNk9NM0p5NkJZVnhlVWZmRUM5YllveDFEUTBjUGJNbVdINzlZaUpZZlBWVjRjdDZ4MFh4KzNEaHZIcmhRdlpXRmJHcDd0MmNXWk9Eayt1WE5tMFRXdDVWUDBTRWxwWkl5SWlSNTA5RzRQVGRlWEIwY0VUYzZIdkdWQVp2SG5ZRkxETld3b2YvdHhNYi80RTV2NEJUdnU5bVEvOHZjS3l6S09sRUJqVkcxTm00WlVXSGxzdERWeWNPOTBRMTBJdHcwWmJQelB2VlVYUVp6S3NubUZLTEp4NGh4bEVyWHdIZEJ0bXRpblpZdFlkYzZhcFo3ajBPUmo5dy8zN054RTVWUFcxd2ZJZkVBeit6UGt0VFB6Vlh2MHE4TDJycGdUZXVBNThsVkJTQ1cvZkJOZThiNTVFYWV4WGpkczN2aHA5L0t2bU56T3FRczRSbDluNkk5dGJQZ3VaY2NESWE4M2o1aWZjYWdKa094YWF6SGRYcEJuNGFmZHFreEU1NlZjdzl3RVkrK01qbDUwdjMyN3FWOUlGS1pnckluSVUrZTJpUmV5dXFXbXFod3NRNDNhem9heU11VHQzOHZjSkUvajd5cFZjK2VHSFZEYzA0TFNzWmdPdVZkYWJUQ3BuQzltL0FOY09HTUN2Rnk0RTRNTnQyemd6SjRmYWh1Q2o1eEVIT1lDYmlJZ2NSWFl1Q1U1SHhKaVJ0Z0hldVEwdXp6WURqRFZLN0FsbDIrRDE2ODFGTlpqSFZrUExHelQ0QWhPdFhJU0dCbzhQMUxDclRLbUUraHFZOXpDYytXZHpzZnZpeGFiR1lIUWEvREF3d09qWHo4T2lwOHowWmROaHlHVW1nMWZrU01oZkZwN3g3Z3VNc2JEa0dVZyt4dFRZYkpUWTAyUVV2dmtEYzFNQ1RCYjhlWDhMbGhScTZsZXRsQVVLZmZUOFFBMjZDRGJOQmw4VmZIby9mUGQ5NkhrU0xIc1JQbnZBYlBQOTJlWUd6NjRscGhZMW1IcWZWNzUxY0FOUWlSd005U3ZwZ2hUTUZSRTVTbXdzSytQaHI3OEc0THpjWEtadk1FWDhuNW93Z1M4TENoaVRuczVKcjcvT1o3dk1CWFJPVEF4dm5IVVd3MU9DQTlJODhOVlgzRGx2SGdBL0dqeTR4Zk5reDhRUTQzWlQ0Zk94c2F3TWdFcWZyMm05MTZVL0xTSWkzM283RndlblQ3N2JaRHJ0V0dUS0szeitsL0JIVlJOelljNTlVRlZvNXVPNnc1Um53ak9UL0hYbVBmUkc0NGsvaGVIN0dFZ0dUREM1TGYzT2hhWFBtNXFJcTk0eW1WaWVPRk5qRU5yT1lrcnAxL282a2NNdHRGLzFQUjJpMDJIaGsyYis4d2RoekErQzZ4TnpZZG4vek04MW1NZXJ6Lys3Q1U0MThnZSt2emxDYnNUM25Rd3BJZHUwcFRFN3ZpVUpPVERxZXBqM2lDbGRzbjJCZWVUNzZ4ZUMyN1RXdDVKNjc5LzVSUTRIOVN2cGduVEZMU0p5Rktueisra1ZGOGY0ek15bVlPNjRqQXhTdlY3R3ZQSkswM1luWjJZeW9YdDM3cG8zaitkUE80MlV5RWltYjlqQVhZRzZ0MlBUMDdudDJHT2JIZitsOWV2SnE2cWlJaEM4YmN6cTNWRnA3bUE3Z0lTSUZ1bzdpWWpJdDRmZkY1NlptM1VjOUpvRS96a0xjaWZBYWZmRE02Y0UxKzllQzVQL1pMSmdkNitGaS81anNtRkROV2JzdXFQTUFDNEhrb2xiV1dqS0krdzlPbm1vSVZQTlJiSGZaOTU3bndiMWdRQ3kwNzMvNXhKcFQ5c1dCS2N6UjhIUXkwejJuYThhem5zaVdKTVRURjg2NmVmbVozL0pNM0RtZzVCOWZQanhRdnRWK1M3emlQYUJXRE1UZW94clBzQmhveUZUVGRBSnpPUGh1Uk9ENXdUMUxla2MxSytrQzFJd1YwU2tBOVg1L1d3T1pMY0NsTmJWMFMwcTZxQ08xU3N1am9HSmlWdzNjR0N6aDNwT3ljcmlrdDY5K1hqN2R1NGZPNWEwcUNndWZQZGRBRWE5L0RJWDllN05RMTkvalExa1JrWHg2aGxuNExTYVB4cTBwYnljWjFhdkRqdnV0b29SVFJOcUFBQWdBRWxFUVZRSzFwZWFRdnc5WW1OeHRWS2VRYVJMS0Y4QmR1QlJPMjhQY0NlMnZmM2VHaXBOUm9URDIzeWRidy9VQkI2dDgyYURLeDRhS3NDNWo2eEJrYTVtMHh5b0RmeHQ4eVlHczRHdW1nbXhHYVkyYnVoanB2TWVnUUVYd01YUFFjblc1dGxEdFdXbUJBS1lqTjRWTDhQUy94eFlteXhIMjhIYzBNZG9TN2Fhd1c0YXo5bFdscFRJa1ZLOUI3Yk1EYzUzSDJVZTZ6N3ZTWWlJQmh2WThGRncvYWJaWm5DL2liODBqMmFuRFdwK3pJbzg4KzZKaFYxZndjeGJEcnhkbDAySDdxMEVuV0l6VFVETFYyWDZGWVFQZnFpK0pSMU4vVXE2S0FWejVhamg5NGMvZVNmUzJWWDRmRno0N3Jzc0tDaG9XamJoalRmNDAvSEhNN1Z2WHlKQ2ZxQ3pZMks0cUZjdkFJYUZsRVhZMjVSZXZiaGg0TUN3Z0d1anB5ZE94T2Yza3h4cC9zQS9ObjQ4UDVrN2x5MFZGVHdZS00vUVBUcWFXZWVmVDJaMHkwWDNCeVdaTHhWeGJqZlhEeHJFdFFNRzhQTjU4MmdzODk4NHFKdElselZ2QXZpS3pQU3c1NkQ3bFFlMi84YS93TWFISU90SzZIMG5SSVlNdXBUM0Jpejd2cGsrOWhsSVBRUG1qb0RVMDZIL0g4R1RIdHpXVnd3Ny90djZlYnAvQjl3aFgvSlgvZ1NxVERZK2d4NkdxRDRIMW02UncrbWJONExUdlU4TFRzZG1tUGQ1ajRadjc2c3lGN3NYUFJzZVZHMFVPakJOVkFxNHZTWnp0ekx3OTlNZFpaYnZ6VjhmM05kcW81NzdsMC9BdHZuQmVaZkhaUE0yL25Yekh1Qk5IWkgyc0daR3NLNW5mRTZ3eEVkajl0NmlwNEtqM0RmNjhDN1RwMW9LT0VHd2YwU2xtSDRVbndPbGdlQ1E1WUM0ckpiM0s5dHVibmhBNjMxcnpRelRqM3hWWnQ0VkdQQ3BQQkRvd2pMbFRFUTZrdnFWZEZFSzVuWXgvZ2FiWlY4VXNYbDFHZWQrTHhlbnkyTFg1aXJ5dDFjZDhMRUdqVW5DSGVHZ2ZJK1BxZ3BmaTl2RXhFZFFXZWFqdXFKK3Y0N3BjRnBrOTQyaEtMK0duWnNxVzl6RzVYWXdZR1R3UzNGZGpaK1BYOTJPdjhIR0ZlSGd0S25adEpBUTJNVGZZRk5lNHFPa3FKYmkvRnAyNzZxbWNFYzFIcStUaTM3WW0wVWZGMUJkMlhwN2g0OVBKU1pCang1SXg3dnczWGY1YVB2MnNHVjVWVlZjUFdzV3Q4eWR5OWh1M2NpTmpTWGU0OEZwV2ZSUE5QMW1iVWtKZDgyZlQ0UGZUNzF0NC9QN3FhNnY1K1loUS9qRnFGRjRXaG1BTEM0aUFodFlVVnpNeSt2WDgrSzZkZmhEMWgrWGxzYkxaNXhCVGt6cldZS1RzckxZY3ZYVlpFVkg0N0FzRnVUbjg4aXlaVTNycituZi82RC9QVVM2UEg4MWJINGM2a3RnKzMrZzc3M2g2NTBoV2ZmK1d0ajBDTlR1Z3UzUG1rRHZ3TDlBZG1DZ2lwcWRzUExtMXMrVlBDRVl6TTEvR3phSEJNZFN6NENlTngyZXp5UnlvQ3J5dzdPWStwOGJ2bjdlSTdEeFl6UHRpb1RrUHFac3d2WUY4TllQVFRiVTNsbEZSZXVDMDNIZFlkalZNT1pHZU9XcVFHbUVlamorRmhoMGNVZzc4dUN0SHdVdnFrKy92L1UyYjE4QW16OHgwNVlUc3NiQzFpK0M2K00xWUl4ME5Oc01jTlJvNzM2MTVUT1krNmZnZk5ZWU02aGZaU0ZNdndLbXZnaHgyZUg3VkJVR2cxUnhtYVlFeW5XZnd0dy9taHNjdHQ4c20vaExjQVRDQmcyMU1PdFhzUHgvWm43d3BaQTV2T1VtbCs2QWxkT0Q4emtubXY3WU9HaFVYRmJ3dUNJZFF2MUt1aTc5TDNjeEN6OHVZTWtuWm5DSVQ5L2F5Y1FwM2RteXBveXY1dTQrNEdQMUdSS1BPOExCMHM4S1diR2d1TVZ0ampzOW5aMGJLOW0ydm1LL2pobmhjWER0dlFQWnVhbVN6MmJzYW5FYmo5Y1pGc3hkTkx1QVRhdk1vM2lXQTRyeVVrbkphUG5SZ0MvZXplUHJ6MXYvcktWRmRheFpXa0paY1YycjIvUWZrYWhncm5RS1dZR2dhWVREd1J0bm5jV2JtemJ4OTVVckFTaXBxK085clZ2MysxZ3hiamVQamgvZmFpRDNuNnRXOGE5VnExaFdWTlJVNzdaUnRNdkZYU05IY3VmdzRiajNrZDd1ZFRxYmdyMWY3OTdOZWUrOFE1M2ZoSVFuWjJkelVtYm1mcmRaNUtpeitRbW9Dd3pnMVBkZWlOaXI1dWZld2R6KzkwTlVUL2ptRHFndkEwOUd5OGQxZU1CeW1YMGFTMEEwRmxPcEx6Tlp1YUZXM3dWcFowS1VCcnFRRGpEL1VYTmhDaVo3TnVjRU0xMWJCbk4rWjBva05EcmhWamptTEhqMkRKTmx0R2tPUERzWkpqOWdMcG9iYlErcE45aFlnc0VaQWVmL0ExNmFDcnRYdzN0M3dQb1B6YUJvbStiQWdyK2FjMW9PT1BVK0dIUko2MjFPN212MmljMDBJMzRuOXpISGE1UTk5dEQrVFVRTzFab1pVUGhOY0g3QUJlYmRib0N2bm9WUDdnOW1GK1pPTUgzamhmT2hjSlhKOW52MlREajVIaGg2ZWZBWUxmVXJnUEYzbXBzaDM3eHV5cG5zV0FRVDdvSGFjdmowRDhHZzBhQ0w0ZlEvUUxQaVhnR05nejFGeEpqekRwa0tjLzhRWEs5K0pSMU4vVXE2TUFWenU1Z1JKNld5N3VzU3lrdDhyRjZ5aDZ3KzRSbDBMbmNiS2EyWVVnVCtCcnZOYlE2M3hqYlYrOHg1UTdOdUMzZFVzM3hlTURocisrSGpWN2R6MFE5NzQzUTEveXdOOWY1bXl5SWlIY1FtUkJDZkhCR1dRV3haTkIyakl6NjN5TDc4Y05BZy9yTjZOZjg1OVZUT3pNbmh6SndjcnVuZm4zK3NYTW1jSFR2WVZsRkJ2YjEvUDdjWDVPWVM1V3I5Vi9yd2xCVG01ZVVSZXJUVXlFaXVIemlRbTRjT1BhZzZ2UjZucyttY0dWRlIvUHVVVS9heGg4aFJyS0VDTmdTK1RFZjFoWjR0MUVkemhaUXZxZHdJaFIrYVFHM21WQ2lZQ2R2K0NSWGZRSzg3d3ZjYitERDArS0VweVZEMkZVU2tRa3pneS95eUc2QjZrNW51Y3pkc2V0UzBaZUc1Y09JOFU1ZFg1RWlwTG9MbEx3WG5SLy9BMUoxZE1SM21QdzVWSVRmays1MERvMjR3d2Raei93cHZYRzh1bWt1MndFdVhtaUR3a011ZzM5bmg5UXpUaHdTbkkrUGg4dW53MW8xbW0vWHZtMWNqVjZRWlpiem55VzIzKzdnZncrZ2JJQ3JWekMvK3A2bnJDeEFSYTBZM0YrbElDNTRJVHZjK3pRU0oxcjFuU3BhRUJxT1Mrc0NaZnduZTdQamZ4U1pidnE3Q1BCcSs1RjhtK0RQNFV0ajhhWEMvOUtFaEo3UE1vRTR4R2ZEbDM4enhwMThSM3A0VGZtcXk0ZHVTY3dKYy83a3ByMkk1VE8zUXhjOEUxdysrdVBWOVJZNEU5U3Zwd2hUTTdXTGNIZ2VUTHM3aXpYOXV3dW0wS044VG5vRjZ6VjBEY0VlWXpMb1hIbHlMMzI4elpHd3l3OGFaT21LTDV4VHk1VWY1WWZzTVBTR0Yzb1BqV2ZoeEFUczNWZUtPY0hEV1ZlWnhzcmpFQ1BvT1RhQ21xb0ZYL3JZZWdCNzlZaGw3ZWpkenZFOEtXTC9NUEVady9yVzVlR09hLzBoZGNtTWZ2REV1bnJsL0ZiWU4zWHFZb0pHdjFzOEhMMjNEN3plQjExR1QwbGc0cTRDaXZCcG12NzZkVXkvSmJuYXNVT2QrcnlmZGNxS2JCYkI5ZFNiZ216c3dqc21YNXdDdzhzdGlQbjNMUEdiWG9LQ3VkQkxIcGFmejVsbG5jVTdQbmszTHhxYW5NemJkMU0yMGdaTGFXbW9iR3FqMysybXdiUnBzRzd2eEhiQUR3ZDcwZlFSalI2U21jbm5mdm15cnFPQzQ5SFRPek1uaHBNek1ReHFzckg5aUlwOVBtY0ozUHZ5UXYwK1ljTkFEdDRrY0ZkYitKcGlWTytTdlVMTWRWdDhOdlc2SDlmZVpjZ3JWMjRMYmIzN0V2RUxsdldZeWIvY081b0lwdTFBV0NDNWxYUTJXRzliOUJuWUZBbWNKeDBHLzM0SXpHdGJjQXhXcjRNdXpZZlFNY0NjYy9zOHIwaEp2RWlUMGhPTDFKakI2N0JYdzZ0WG1zZFJRQXk4MDJiZFc0RzlRN2tRNDkyL3d6cTNCT29CYnZ3QXNpRTZCUFlFYkZ1bURvWEExVk9hYngxejNiRFlsR2dwWHR0eWUraG9USkk3UE5oZStubmlJU1lNSmU1VkFpUXpwSTkrOERwL2NGNXcvN2tjbW9DdlNrVEtIQjROTEo5d0s4eDV1WG5zNmJSQk1lUWE4eVdZK1Boc3VmUkZldlNaWXI3Tm9IWHo1SlBTWkRLdmZNc3NzcDZrTHZlNDkwNi9LZDVwK2xiKzg5Zlo4OFJDc2VNazgwaDJaWUc2c0hML1hVeUl1anltTEFxYnRyMThIL3NEVFlUMVBncXpqRHY3ZlErUndVTCtTTGt6QjNDNG9zMmMwcDE2Y1RVYlBLR0xpM2N4L1A2OXBYVmx4SGZQZXkydWFCbGk1b0lqdDZ5dEk3aFpKUkdUelI3RGprMDFXYThsdTgwaGN6akV4Wk9hR0QzNFVGUktralloMGtKUnVDbTFIZW9QSFMwajFoRzBYYXV1NkNob1REQWVPVE1MZllQUCtpMXViMm5qc2lTbU1tcGpHcmkxVmJGOWZ3YnF2Uy9GNG5Zdy9PN1BWSnd3OFhoZTJiZU9yTXdkMnVSeFVsZ2ZyKzNxalcyN0xram1GNUE2TUk2Tm5GQWtwbnBZUExuS0VoQVp5OTJZQmlaNkQreG05YWNnUWJob3lKR3paQzZlZDFzcldCMzZzUnBuUjBjeTU0SUlXMTUzVHN5ZjJqVGNlMURsRk9vVnY3b0MxMDFwZTUrMEJZMmVaNmJLbHNPbGhNNTE1R2FTY0Jvc3ZocnhYWWRmTDVndTkzVmJ0ZWN0azIwWm10bDRhb1dBbVRZTXhaVjluYXZPdS9aV1pkOFhCOEJjQWh4bDBMWDhHbE15RFBaL0R2Sk5oMU9zUTFlc0FQN3pJd2JCZytIZGgxcjB3OFJjbU0zYjh6K0hGS1dhMU84clVDUnh5V2ZOZCs1d09WNzRGTTI0eEY2anVhRGpqQVpQOUZCbHZhaEFlY3phc25Xa2VmOTJiSzlKa0xHV05oVjFMWU12blVGY09EWFZRdk1HOEFJWmRGUXdpdHlRaUNweHVxSzgxeHh2OXcwUC9aeEU1Vk1PdmdhOWZnS0hmTWNHbCtHejQrci9CYlBmaDE4REpkNEZ6cisrTmliM2dxaG53d1YybTd3Q2NkaDlFUkVOQ0QvTzRlSTl4VUZWa2FsYnZ6WEpBdDJIUWE1SUpSbTJhRGVXN0FCdktkcGdYbUZJbGNXMlUybkpHbUlFTHE0SG9WRGpqTDRmNkx5Snk2TlN2cEF0VE1MY0wyVk5ZeTZwRmU1cm1YVzZMbVBqdzJxOTF0ZjVtOVczTDl2Z28yK09qb2Q1dVZwYWhVZjYyYXFyS3pZVm16LzZIZi9URExhdE5UZHpvT0JkWmZXS1k5Y3IycG5hbVpFUXk1bFNUaVRqeGd1NjgvTmYxMUZZM3NHSitNVFdWRFV5NHNIdFR0bkdveGt6aFJwTXZ6Mkh0MXlWTjgrblp3U3pCMENEemxyWGxiRmxiem5uZnoxVXdWMFJFV2xlWGIxNzc4czF0WUFleUlrcVh3cWZEb1B4ck05LzlDdkNWbXRJSDdtVEllOFVzVHprTit2MEdQSmtRbVdFeWJkdFNNTU84SjU0SU8xNkE5YjhMckxCZzZEK0RRV0RMQlNOZmdzL0dRRzBlbEM4ejdSbjlsaGswVGFTOURiekFCR1A3bjIvbU0wZVlBS3J0TjVsUGphVU1XcExVeDF3Z3IzalpET0FTbTJsZWw3OEdNMjR5ajdGYVRwTTlHNWtBYVFNaFl4aGtqalR2anBCK1pQdE5MZDI4NWFZOXhSdWdkSnNwL2RDV1BwTmh5cjloNGQ5TitZZTJBcjhpUjBweVh4ZzhGU2I4d3N4NzRreUcrY3JwY05KZEpoRFZHaytjK1ZuZWRxVVowS25QWkxQOHN1bnc5bzloNVBkTktaTHVvMDBXZk5wQTZEWVVNa1pBMXVqbW1lbGwyMkRYVWloWUJVVnJUYTNQc1RmVGFnWU9tTDU5K2Fzdzh4WTQ3WDRUZUJMcGFPcFgwb1VwbU51RmxCWFZoUTMrMVZDZlJPN0E4TUJyVXBxSHEvNnZId0RQLzNrTnRnMURqamRsRnB3dUI5OHNiSG1nc3pWZkJZUEVld3BxV2ZxWk9VL3ZRZkhFSmg3YVlHRisyMlRtQXZRYUZNKzdMMnhoVzJEZUUrbmc5TXR5bW1yYnhpUzRPZldTTE41NWZndTJIOVl2TDZWd1p6VVhYdCtyeFJJT29mWVUxckpyY3lWZ3NvVDdEQW5XQ2N3NUpwWnVPVkhrYmExcVdwYVM2VDJrenlVaUlnSkEvQ2dvbW1PbUsxY0hsN3VUWU9CZmdnT2hOVlRCZTRGZ3JqTWFFZ0tEVk5nTlVMMFZxcmVZVjlvNTRjZjMxOEx1UUJadzVsVFlFREt5Y3YvN0lXT3YrbWlSMlNacmVONEVVL3JCcm9Ob0RZWW1SMGhFckxtb0RIWEtiL2QvZjh2UlBITTNxYmNKOGxxQko4SnVYTEx2MGJvdEI2UU9OSytXblBkazYvdG1IMjllTFRuNUh2TVNPZEltN3pVbzBvRHp6V3QvN2YxekhSRURVLzRWN0ZlWHZyanZmZ1VRbDIxZS9jNXR2bTc0ZDgyckpUSHBNUFdsbHRmMU9nVnUzN3p2YzRzY2J1cFgwa1VwbUh1VVdiKzhsQzJyeXdHYXlocHNXVk5PV1pFcFo1Q1kxandUdGJxeUlTeVl1K1RUd3FicHBQVElRdzdtNW0ydG9yYTZBWUNNSGxHc21GOEVnTU5wY2NhVlBZaFBqZ2piUHVlWVdFNjlPSnNQcDI4REc1eE9pOGdXU2lZTUc1OFNWa29oZDBBYy9ZWWw4T21Nbll3N0t5TnNBRFdueStMQ0czcFJYVkZQWGEwZnl6S0JaQkVSa1ZZTmZxSjVvTFNSRlZLMktQTnlLRmtBbmd6WU14OXFBalhVQmo1a0FybjFaY0ZnTFE3QUh5aUJjQkpVYllHYUhVQkQ4SGduZkFHdWtJeU5QVjlBZzdsWlNlVmFHUElrTER3SHVsOEppZU9nK0RPSTdnT2ViaVl3WEJ3WUxHcnc0N0RtWHBPUkc5bDJIWHFSdzZ2dEFYa1A3cEFoZlc1L0xveEZqanJxVnlLSG4vcVZkRTM2eWVwQ3N2ckVjTVZQaitHRkI5ZTJ1czJld2xxMnJDMFBXMVpXWE5kVW16WnVyOEFwd0pKUENxajNtY2l2MDJXUmtPS2hLSzhHZ01wU0h3dG5GZUQzQndjTks4cXJZZUdzQWdEeXQxYzNMVjg2ZHpmdUNBZmRlNGZYMjkwZVV2YkJzaXlPUFRHRlpWL3NadlNrTkN6TFl0ZVdLbEl6dmJqY0ZqVlZEUlRuMXhBVjYyTGNXUmtzK0RDZkVSUFNzRnI0SFR0Z1JDSUpxY0hnZEdsUkhhODhZZXFodmZiM2phMytHd0VjZTJJeXcwL1NZd2dpSXRJR1Z3eEVwT3g3dS9nUmNQeW5VUElsZkhHaVdaWjJ0aG1vYlBQanNQTG01dnZVRlVKeFlmUGxZQVpQaXhrUW5FODZFU3JXbU5JTm01K0EzRnRoMUp0bXUzbmp6VFpEL2dFNTE0Ty9HdVpQTk11U1Q0RnhYMEo5ZWZOemlJaUlpSWhJbDZSZ2JoZmlkRmxFeDdXZEpUdDRUQko5aDhhM3VuN3IycjNxNlJiWHNYeGVVZE44VXBxSGkyL3N3NVAzcnNDMm9hTFV4NkxaQldIN0ZPZlhVcHdmdmd4b0tnSGhjS1lURVpMMTJtOTRBbHZXbGxOZjUyZmVlN3VZZW5OZnN2dkU4TTJpWWhaOGFHb1JmdWUyWTRoUGppQi9heFh2UEw4RmdER25wblB4amIySlMycTVydTMwdldybWpqNGxuZXJLdGdhWUNhcXI5ZS9YZGlKSG0zcS9INWREV2VraWg1MnZDSlpNTlFPZHVWTmc2Rk5tZVdSRzYvc2tqalBsRDd3OUlQOXQ2SFlCZFArT21hOVlFOXpPaW9CQkR3ZUN0QTJ3OVIvUS80K3crYkdRYlZycDE2NTQ4eElSRVJFUmthT0NncmxkWEwzUHhnNlpkemd0RnM5dU9kT24xNkE0SE03d0ZOZm9PRGNlcjVPYXFvWVc5N0VjWnFDMXhuTTFMbk1HanVOdnNQRUg0cUtOMisxOWp2aWtDSWFkbU1LaTJRV1U3Zkd4YzNNbE9jZkVzdUxMWVAzZWxqSnZnVFlIS0d0c1R5T1AxOG1ZVTlPeGJadUNIZFdrWjBXRnJWKzlaRTlUaG5MVVB1cnZpblIxZFg0L1c4ckxXVmRTd29yaVlwYnUzczJpZ2dJU1BSNFdYSHd4djE2NGtNTHE2bGIzdjNQRUNISmlXaDR3VVVUMjRxK0dSUmRDZGFBdW1TY05GbDhLRmQ5QTdpM1E3Mzd3NXBnZzdjYS9RUDRiWnJ0QkQ1dXMzdFgzUU5sWFVMN0NER1FXMWFmNU9aSW5RRlF2cU5vSWhSK2FZSzYvTnJqZTBmekpHeEVSRVJFUk9mb29vdFdGMVZRMzhOSEwyNGlLQy80Myt2MDBLN1BRS0NIVmc4ZnJERnZtZEZuMEhoTFBxa1Y3OERmWXpmWkp5NHJpK2w4Tm9uQm5EYThFTW1HSGpVdGw3T25wQU14OWV5Y3JGcGlnN0JXMzkyc0traTZmWHhSMm5BR2pFcHN5ZkxldHJ5RG5tRmo4OWNIejdSMEEzaC85UnlTR2ZaNzA3Q2c4a1U0K21yNk52QzJWakJpZlNyY2VKcUM3ZTFjTkMyZVpMR0NQMTBuL0VZa0hmRDZScnVMMnp6L253YSsvYm5YOSt0SlNubHV6aGcxbFphMXVjMDMvL2dybWl1eXYzUjhINjlTQ0NlSTJpaHNHNlNFRGFlejVQQmpNM2YweHJQdGRjRDR5QzVMR3RYNmVtSUVtbUZzVktDWFVXRWNYd0tGQlBlVmJ6RzRJcjFFb0lvZk9YNjk2bnlLSG0vcVZIQ2I2S2VyQzFpOHJ4UnZ0SXF1UHFWSHJkRmxoR2E1bmZDZUhxRmdYWDd5YlI5N1dxbGFQMDNkSUFnNkhGVlp1WVc5N0NtdWFwbVBpRDN4QXRKaDRONjRJQi9WMWZzcjJtT3hZbnk5WTZzRGxQdkRIdm9lUFR3bXJtUXV3Y1dVWk96ZVppOXYzL3J1Rjg2N3RSVXk4bTFuVHR6VU5DRGRzWEFwdWp4NHpsNk5YYlVQelRQdUVpQWg2eHNYUk95Nk8vS3JnN3dPblpSSHBOQmZBOVg0L3RYNlZJQkU1WUNtbmdpdk9ESFNHRTZKNlF2UXhwb1JDM0xIaDJ5WWNGNXhlL1ROb2ZMNG1xZytNZnN0azcrNnQ1RXVUOVZ2OG1abDNSSnIzNmgzQmJTS1NEOWVuRWVtOGZKVlFzaFgyYklUQzFWRHdEZVF0ZzBFWHduRTN3V2QvYm4xZlp3Uk0rTVdSYTZ0SVY5RlFCMlU3b0dRejdGNFQ3RmVSOFhERm16RHZZYWdxYm4zLzBUK0F1TzVIcnIwaVhZSDZsYlF6QlhPN0dIdXY1Tm5xeW5yMkZKakhMTjBSNFFIS2xBd3ZzWWx1UEpGdFp5cGs5SXhpMTliS05yY3AyQlo4SFB0QWc3bnJsNWRTVlZGUGZaMEpFcmxjcHAyVlpUNnpnUVVSKzJoalMvSzNWMU93bzVxS1VoL2xKVDVjYm9zVHo4cmdtR0VKckYxYVFuVmxBMjgrdlpIRU5BL0ZnWCtqcERRUFEwL1lqOEZzUkk0U0g1NTNIaWQwNjBhVUsvelhmV1c5cVM5OVlhOWVUSjg4R1lBblY2N2tSNTk4QW9CUFFWMlIvZWZ3d0lpWElDSVZZZ2NGZzYwdGNZZldydzM4VVUrZERNUC9DM05IUVBvRjBQdi9tdSszNFkvQjZaUlR6SHZSN09DeXFONEgzWHlSTHVHNXM2RmdaY3ZyVnI4Tnc2K0JwZjlwZlgrWFY4RmNrYjNOK1Iwc2ZycjE5U1diWWVWclVMcTE5VzBHWGF5Z2swZ285U3M1QWhUTTdXSktpMnZENWtlZmtzWlhjODNBWTdFSjRVSFcxNS9hZ09Xd3FLN1l2MEhCV21QYnNHRmxhZE44U2tZYkY2a3RLQy94c1hySm5xYjU3cjFqcUNqMVVWcGtNblJqRTl6c3ozaE1MeisrbnRLaTRPZi8rTlh0WWV2VHMwMUpoWlBQNzA1cFVSMzUyNnFvcVdwZzEyYVRoZWh5VzB5K1BLZXB0cS9JdDBHU3g0UGZ0cW53bVpzblhwZUxuWldWVGRtNXFaSEIvaHphTSs1YnZKZ0xjbk1abjVsSnY0U0VJOWxra2ZabCs4SnJ6YmJGWHdzTkZXMXY0L0NBNVRZWnVKWHJZTWQvelh2bGVxaGFEN0ZENE5obllQZEhzUG12VURBamZQL1VzMkRNMjFDMUdhcTN3T1pISUNJUnVsMFUzQ1oyb0htMzNKQjJ0cW0xVy9DT09UNkFOOWZVNUJVNW1qWFVOVjhXbFFMeE9aQ1FFNTdoNUhBSEgyTnRxRE5sR0VTa3VaYjZsU2NPNHJKTXY2cmNIVnh1T2NBWmVDclNibWg1WHhGUnY1SWpRc0hjTHFaZ2V6QkRkdGo0RkxybnhyQndscWxGRzVzWVB2aEpaZG1CQjNFTGQ5Ync1TDByd2pLQU42d29wYXJjSENzK09lS0FNM01UMDh3dko3Zkh3Y0JSU1F3WW1jajg5L09hMW5mUDNiKzZuS1ZGdGMwR1BRdmxkSmxRbE5OcDBYTkFMUG5id2t0THhDZDc4TGUrdThoUmFlVDA2V0h6cjB5ZXpIL1hyV3NhT1BHNDlQU21kZWxSd1VFRFoyN1p3c3d0VzVoMTNua0s1c3JSWmZOZjRadmI5bS9iWmRlWlYxc0dQUVk3WDRROVg3Uzh2cTRJWm1WQmJWN0w2NHRtUS83YjRmdW5uaG0ralRNR0ptNkV5RXdUUFBidGdSVTNCZGRuWDdQdnp5Snl0SWhNZ0t2ZmdlaFVFN1J0Vkx3aE9EM3hYaGgydFptZWNST3NtUUcySDVNTnI1djZJaTI2K0hub1B0SmtzWWZ5QmE0LyswNkdjNTh3MDE4L0R4OEZNdDM5aDVZNEpISlVVNytTZHFKZ2JoZlRmMFFpNjc0dXdSdmo0dmpUdXpIN2pXQzl2T1J1a1ZnT3EybFFzQ2szOUNJNkpQRHFkRm9zbmxPNHozT0VCbko5dFEzTWV5OTRBWnB6VE93QnR6bXJkd3hYM2RHUDZIZzNsZ1g1MjZwWkZsS2Z0OStJL1FzVU9aMFdmajlOQTdVTkdwTkVTcWFYdUFRM3NZa1JlTHhPVmkvZXcxZHpDeW5aM2Z5T1ZsRmVEUzg5dG80K2crTVpNREtSN3Ixandtb01pM3dick5xemg3azdkd0l3SURHUnkvcjJiVnAzWms0T0ozYnJ4dWQ1d1Q0L0lqWDFpTGRScE11Sjd0ZHlNTmVWQUhVRjRabkE4U09oejkyUTl3YnNlQTc4MWJEb2d1QjZiMDlJR0EzbGV6MU9IcFZyM24wbDhPVlpVTDNKekh1NlFjOWJEdS9uRWVuTUxLZXBPZGhRRjh4Z2NrZWJXb1NOdkVtaE81aTNobHFZY3g4azk0RitaMFBFZ1grbkZUbXFSU2FZbXg2K1FQazlWeVJVNUVOVjRQclJHMXFiUGVRaWF2NWpKaURWZlRRa3FlU1BTQmoxSzJrbkN1WjJNWllGcDAzTkljTGpvR1IzTFd1L0NwWXZ5TXlOSmk3UnpmZnZHUkMyejllZjc2YTZvaDdMc2xnVlV1N0E3V2xlcHpZK09ZSng1MlFDME9EenMrQ2pmQ3BLZzdWdGg0dzk4QUZXWEM2TG1FQUppS0s4R3Q1OWZuTlRRRGE3VHd5WlBhUDM2empmL2ZrQXZuaDNGeXNXbU1mb2hoNmYzRFFBMnBiVjVYencwdFptbWJ0SmFSNnkrOGF5Zkg2Uk9hZHRhdml1WDE3S2FWT3o2VE1rdnRsNVJJNG1kdzRmVHFvM2VDZjRndHhjcnU3Zm41cysvWlNIVGp3Ump6UDRlOERqZFBMWmxDbmtWMVZSN3ZQaHNDd1NQSjZXRGl2U2RibVRUUEQxc0IwdjBRUm9TeGRDM0hDSUh3NnhneUZta01ta1hYTXZiSDdVMU1MTnVqcFk3emJsRktqNEJrb1hoeCt2MTIyMG1UbG9PY0VWQ0VKWkxoajJQTGlWUFMvZkl0VkY4T2lnOEdYWHpvRXZIZ3pPWjRRTVBCZ2RNbGJDNHFkTitZV0JGN1p2RzBXNm91ZlBDWjgvOXdsWS9XWndQbU5ZY0RxMFgyMmFiVjZYL0ZkQko1RzlxVjlKTzFFd3R3dnlScHZnUzFtSkQ2ZmJnYi9XVDRUSFFYcFdWSXZibDVmNFdCNlNDUXNFQmtZTEZxck42QkhOcUlscFJNZTV5T2xyeWg3VSsyeFdMZDdUTk1CYW55SHh4Q2VIbDNJNFVFNm5oY3Z0QUJxSWluRXg2ZUtzL2QvWDFmckZiWGJmR0JKU1BPemVWZE8wN1lpVFV4bHhVaW9PcDhXQWtZbDg4dVlPZG0weHBSY1NVajMwSHF4QXJoejl2dGUvUC8wVEU1dm0xNWVXTWlaUWV1SEUxMTVyYzkvYmpqMlduNDBZMGE3dEV6bmlzcTQycjhPdDU0OWJYdDczYnVoN1QvTkIwVnp4TUhZMnJQOGQ3UGdmMUpkQjl2ZWhSeXZIYWRvdkZzYk1oSyt1Z016TGdzRmhrVyt6elo5Q21YbnFoTUdYUWx4MmNOMnhWOERhZDB3bUZFQnkzMkI5UWhGcFhmRjYyUDZsbVU3cUEvM1BEYTdMblFDWkkyRm55QTNKOU1GSHRuMGlYWkg2bFJ3bUN1WjJZVGw5WTVoNmMxOCsrTjlXMHJLOHJRWTd1MlZIaFFWell4TGNUSm9TSGtUTjZCRkZSby93WUxETGJYSEdGVDJZOC9wMmRteXM1S1J6TXcrNXpRbXBIaTY4b1RjZnZieU5reS9JSkNybThQd0lPcHdXRTZka01lUFp6UXdhbmNUZ3NVbDRvNFBIVGt6emNNSDF2ZGk1cVpJbG54WXljRlNTU2l6SXQ4TEk2ZFBEY3Z5bWpSbERmblYxcTl1SEtnOE1taVlpaDhEaGJYMmRLeGI2LzlHODloWTdHTTV1cGRDNzVZWVJMN2U4emhuVCtuNGlSd04zTkJ6L2svQmxRNmFhOGdsTFg0QlRmaE8rTHFrUDNQQUZsT2VCM3dmdWxwTWZSTDcxUnY4Zy9KSHZ2cWZEd0NrdzY1Y3c4WmZoTjBHY0hyajhWZk9vZUYybEdjVEpFM2ZrMnl6UzJhbGZTVHRSTUxlTGkwMXdjK0gxdmFpdGJuMlUzdHlCY1Z6eDAyTndPQzNjSG1kWVJ1NitPQnd3YVVvV0ZXVytwbHE4b2NhZm04bjRGb0s4UThZbXQxcVNJVHJPeGZuWDViYTRya2YvV0g3MHU5YnZQclYyUG9DVWpFaStlMmQvckRZK1htWnVOSm01KzFmV1FlUm9VRlVmWGp3LzBlUGh0MlBHNExkdEZoVVdNaVl0TFd6OXMydldzTDYwRklBMGJ4dEJLQkVSa1k3ZzlzTG9HOEtYclh3VlB2MjltWDVxWE52N24vczNpRTVyZXh1UmI2UEJsNWliSDQxS05zTUw1NXZwRnk5cWU5K1IxOEtZSDdWZjIwUzZLdlVyYVNjSzVoNEZIRTRMYnhzWnJrNlhSVnpTSVpSSHNDQW1aQ0MxenF5dFFLN0l0OUgzK3ZjbktUTDRlUGZZOUhRU1BCNnUvUEJEUHMvTDQyZkRoM05pUmdZQVgrM2V6YlNGQ3dGSThuajQzb0FCTFI1VFJFU2t3MVR0aGtmMit2dDAvQzFtK2Y1b2FENUlyb2dBejUxRFdNMzJFMjdiLzM1VlY5a3VUUkxwOHRTdnBKMG9tQ3NpY2hTN2MzVk40MW9BQUNBQVNVUkJWUGp3c0pxNUFLOXQzTWljbmFhMjRKVDMzdVBqODg4bk95YUdxei82aUFiYlBKNTkrN0JoeExxN3hrMGNFUkg1bHFuZnExeFF0MlBoeE51aHRnd3FDOEt6b093R1dQQzNZQkEzNnNBSDh4WDVWcWl2Q1orUGpEZjl5dlpEM3JMd2dab0FWcjRDSlZ2TXRQcVZTTXZVcjZTZEtKZ3JJbklVKzdLZ2dFV0ZoV3d0TDJkclJRVmVwNU9IeG8zajZuNzkrTSthTlJSVVZ6UHhqVGNZa0pqSWl1SmlBQVluSlhIYnNjZnU0OGdpSWlJZHdCVUp3NjRLWDVZNUVsd2VtSGtMMkRaTS9CVjRrOHk2SmM4RUE3azl4a0dxbmpvUmFkR2dTOENiRUp6UEhHN3FkYjV6Syt4WVpCNzM3ajdLckN0WUNWODhaS1lqNDgyajVDTFNuUHFWdEJNRmMwVkVqaUxEWDM2WnRTVWxUZlBmblRVcmJQM3g2ZWtBUEhueXlhd3JLV0ZlZmo2Rk5UVVU3dG9GUUxUTHhmVEprL0c2OU9kQjVMQ3g2OEZTbnhJNUxDSmk0T1I3bWk5Zi9SYVU3VERUcjE4TEYvOEhTcmZEWnc4RXR6bmh0aVBUUnBHdWFNd1B3clBhQWRhOUI5dm1tK2szZndCVFg0VFlESGpuTnBOWkNERHFldE12UmFRNTlTdHBKN3F5RUJFNWlxd3QrWC8yN2p3OHF2TDgvL2o3ekpaTTlwMDFRTUsrSTZDaUlLaW91S0ZRMTdaV2JldFNTemV0L2FudHR5MjErNmJXVnJ2YVdxMUwzZXRlRjFRRW9ZQWdzb1VkUW9DRWtJV0U3RE56Zm4rY0pHY20rNFJzRXo2djY1b3JaMzNPUFpPNWt6bjNQT2M1cGMxdWVoWXN5bW5keU5EamRISlpWaGFyQ2dwQzFvOUtUR3djYWtGRXdtVDZvZVl3Vk95QzhpMVEvaWtjK3hpT2I0ZjV1WERrRFNqNXFQWDlCeTZHdFBrOUY2OUlKQXI0WVArSFVIWUl5ZzlhQmR3aHA4TGNlMkQvQ2lqZURZYzN3TFBYV1VNdTFGVmErMDI2MnVyQkt5SXRPN3dSOGpmVjU5VWhxeGY4T1QrQUNaK0JyUzlBVlJIOCsxcElIUVZGTzZ4OVVzZkFqSnQ2TjI2UnZreDVKZDFFeFZ3UmtYNGt5dW5FRndoUUc3QysxYjF0NGtST1NVOW5SSHc4V1FrSkpFZEY4ZmR0Mi9qVmhnMXNEK3JCMjJCalVSRlRubjZhcTBhTjRzdmp4ek4vNkZBY2h0RnNPeEZwb3VBL3NPNHpRS0RsOWZrdlFNa3FPUEJJNjIzRWpGQXhWNlNwb3pud242L0FzVnhydnJvVW5tc3l6RUxzQU9zRWVmRWo4T1Jub0tvWThqZmE2MVBId1B4N2V5NW1rVWp3Mk1WUXNzZWVmL1Bib2VzSFRiZCtudjh6S05rSGg5ZGJ1WlczeGxydThzSmxEMXU1SnlJVzVaWDBFRWR2QnlBaUlsM24wSTAzY3ZPRUNZM3ozNWd5aFpzblRPRDh6RXh5U2tvWTl0aGpmUG05OTBJS3VaTlNVcmhqNmxROER1dGZRZ0Q0OTY1ZFhQREtLenk3ZTNkUFB3V1J5QlNvbzFraDErR0YyTEdRY1VuejdaMngxc01SMHlQaGlVUXNYdzJVN3JNdlBXMkp5MlA5OUtaQTV1bk4xNmVOdFh2b2lvaWxaRS96bXpNRmE4Z3JweHRHbmRkOGZmS0l0dk5TNUdTa3ZKSWVvcDY1SWlMOVNIVDlNQW90V1RCc0dHT1RrdGh3OUdqanR2ZE1uODQ5TTJiZ2RqajQ4b1FKZk9YOTkvbXdmdnpjOGNuSlhEVnlaSS9FTGRLdmpMa1hSbndkM0VtaHk0KytZLzEwcDhFRmhkYjA4Uno0b1A2R1RJRzZub3RSSkZJNFhHQTRBZE02d1hWRncybGZoY1Noa0pnSkNVT3RJVTVXL3g3Vy9SVnF5cHEzc2YwVjJMTU1wbndXSmwwSmFlTjYvR21JOURsT0R3VDg5ditlcWRkQnhrUTd0NklTWWZPL1ljMmZRM3NhTmlqY0JvOHVnTEdYd09ScllOaHNNTlJYVEU1eXlpdnBJU3JtaW9pY0pOd09CNCtjZXk0WHYvb3F0MHlZd0pMSms4bndlaHZYVDBoT1p2bml4YngvOENDLzNMQ0JtOGFQMXhBTElwM2hTckFLVVA3ajFyemhBWWNIU3RkWjgxSHA5cmJCT1hid2NYQW5ROXc0U0QyNzUrSVY2Y3ZTeDhHM3RzTmpGMEhSVHV1R01HZDh3MTYvNGpmd3Y0ZUFKdU85anp6ZjZ2bTA0M1ZydnE0Q1B2NGJiSGdVYnZyUXV0bU15TW5zSzJ2aGc1L0NKNDlaODlOdnRHL1V0T2RkZUdWSjh4NkdxV05neEZ6WThNLzZZcFVKMjErMUhwZitIc1l1N05HbklOTG5LSytraDZpWUt5TFN6L3hoN2x6K01IZHVpK3RPU1Vzajc0WWJjTFpScEQxN3lCRE9IaktrdThJVDZmKzJmc3Q2TkJqeFRmQU9nOHBkMW54UzBHWGduZ3g3K3ZnMjJId2JqUDYraXJraURRd250UFc5NHVScllQMC9yR0l0UUd3Nm5Mc1V4dFFQYjdMN0hWaTJGTXJ5clBsSlY2dVFLd0xnaW1wOTNZaTVrRElTam15eDVwMVJjUHBYcllmRGJlWGQyOStGZzJ1dDlTbWo3SndUT1prcHI2U0hxSmdySXRLVVlmZ0FQK0QwQlFMNEFnRmNqdjV6ZVV0YmhkeElWdTN6RVREcmUyWVpSaFhKeVJwd1N2b0dmd1VjZXNxYWRrVERxSHZzZGU1a3lMb0Q5dDVuTDB1WTNyUHhpVVN5eEV5WWN5ZHNmQUptM2dRVEZsc255QTFHbmdkWlo4TzIvOENHZjhDc3IvZGVyQ0tSd3VHR0JiK0M1MitFcVorRmFkZERUSnE5UG5VMFhQc3NIRmdGYS80RWs2L1ZwZUFpN1ZGZVNSZFNNVmRFcExraVRMTWN3MGdxcnFuaFdHMHRxZEc2bzJoZlZoY0lVRkJWaGQ4MHdUUjlHRVkrVjEvdDcrMjQ1Q1ExOEFwSW5tWFBKODZBU2IrSFRiZkJvQ3NnZGt6bzloTitDMk4rQUxWSEFST2lNM3MwWEpHSWNPUGJyYStiZnFQMWFLMExyOE1GRTYrd0hpSmltMyt2OVdoSnhrVDR5dXI2TWF0YmtYbUc5UkFSbS9KS2VvQ0t1U0lpelJWaEdPVkEwczVqeDloZlhxNWliaCtYWDFuSjV1SmlhOFl3S2pHTWd0Nk5TTUptWXZXSU4zQVM4SUhwQXlOQ1A2YWtuUWZEdnhLNmJQa1VxRGtDUjk1b2U5L2swMkhtZjdvdnRxN21yd2JxTzhFYlZMRUg5WWp2c3d5ZmRhY3d3OHF4Z0I4Y2JaeE1ScFQrZWNVSkFMNGFhTGpxSkVBVjd5akgrcGIrbkZlMFhYQ0taTXFyUGs1NUZaR1VWejBxUXMrU1JLUmJtRUczRHpFTmY1VHBQRG4vQU5mVkZlQnlGV01ZbWJ1T0hlUFJuQnlHeDhlcm9OdEhsZGZXOHUrZE8xbVpuOSs0aUxxNkE3MFprM1NDZ3lKTXlvRWs2b3FoN2hoNFVuczdxczdaK2kzWWRxYzlQMktKVmNpdDdjQjNETFZGM1JkWFZ6Tjkxbk15L1FBK0lOKzRHdldJNzZzQy9pSWNEaXZIcWt1dE1XYWpFbm83S21tTDN3ZVZSNjBjTTAwcng1NVZqdlVweXF2SW83enErNVJYa1VkNTFlUDZYakhYTUk1WWx6Y1RYMTNobzY3R2p6dXFuMzV6SWRMSFZGYjQ4UHNheHh6TkR3VDgxVzN2MFUrVmx1YVJudjQwTUJYZ3oxdTJrSGY4T09kblpwTGg5UkxyZHZkeWdBTFdHTGxGMWRWOGVQZ3d6KzNlYlkrWEM2OVRVcktsTjJPVFR2QlRoSk55VEpLbzJBbFYreU8zbUJ1b0FXcnNlWDhOakxvYmZNZWhkRFVrelFyZHZuZzVISzIvaER3cWc0aFJXd3psbXh2bUtnbWdIdkY5bWNNb2d2b3ZURXIyUWtXaFRvNzd1c29qY0hTN05XMFlsUkJRanZVMXlxdklvN3pxKzVSWGtVZDUxZVA2WERIWDRUY0tBbzVBdVlFUlgzcTBoc29LUDRrcTVvcjBpS0xEVmRSVSt1cm56SU9tdjdxeVZ3UHFMVXVYQmxpNjlEZWtwVjJHWVp4Ukd3anc0dDY5dkxKdkh3N0R3T2luTnhDTE9LYUpIL0FGUWpxUUg4VGwraFpMbDU2Y1gwUkV0Z0pNaW9GTUtuZkJnVWZCT3p3eUM3cHA1MEhDVkhzK1pTNmtMN0I2Nng1NXpab2YrZitzZGY0S3lQMkx2VzMyblVRRVh6a2NmaDZLVnpZc0tjZEFQZUw3TXArL0FKZmJ5ckhTL2JENU9UajFGdkFtOTNaazBwTGFDc2g1RlE1OVhML0FMQWRET2RiWEtLOGlpL0lxTWlpdklvdnlxbGYwdVdJdUR0OFJ3M0NVQXhRZXF1Ymc3dU1rcHFUMGRsUWkvVjV0dFovZG04dW9xYllLWXlibVlYOTE4c2xaekFWWXV0VEgvZmRmak50OUwzQTFoakhBWjkxY3E3Y2prNWFZWmltRzhWOGNqcnU1OWRhVDkzMGJ5UmFTeHlzOGpjUHFFVS91bjZFNkQ5TFBCMDhHT0dON09jQjJITnRnVDhlT2c5VHpRdGNmZkJweS8yNU41OXdEdFNXUU9nLzIvaGFxNnovdkpreUh1akk0OG1iUHhOd1pnV3ByS0lqaUR5SC9lUnJIeXpWNW5hT29SM3hmVm4wb2o1aGhUK013ckJ6NytHOVFzZ2VHbndVeEtlQ082ZVVBQmJCNjhsZVZRTjVhMlBrR21FRTVWcEdySE90cmxGZVJRWGtWV1pSWGtVRjUxYXY2WFBleTk1YWFyaTAxbTM3cGNCaDNBRGhkQnBOT1R5RnpkRHllS0FkT1o1OExXU1JpbVlDL0xrQjFsWjl0SDVld1A2ZThvVlpaYkFZY3R5NzUrY1RuZWpmQ1B1QysrN3k0M1hNeGpOT0JEQXdqQTRqdjdiQUVnRXBNc3hBb0lCRFlSRlRVMjl4NjY3SGVEa282ejN3UEZ4VXNCK3hiK0JvdXdBRjl2VWU4NmJmR2tJWDZHMXNZUVYvK21PQndXUjl5RzdZeEFjTUJ3ZmVHTU56MXkvcTQ0T2RxT1lqSkdHTWgraUtsanpPWDRpSnUySEl3Z25MTUNRNEhmZkMwNE9SbEJpQVFuR1BtUWVKenh4aTNLc2Y2SXVWVmhGQmVSUlRsVllSUVh2V2FQcGtGdjc1elkwWnNsR001TUxaaG1UZldpZHZqd0tGaXJraVhNVTN3KzAxcXEvM1VWZ2VDbGh1UHVqelZTMjVkT2xOL2hCdGNkWldUaVJQZGVMMXVQQjZOL2RJWEpDVDRPWGJNUjFsWkhVdVgrdHJmUVNLQitTSkp1TGtYazZzeEdORGI4WFNJU2Z1ZnFEcXlUZVFwdytBTkhOeHRYTVMrM2c1R09zWmNtcFJFWE1LOW1NYTFHS1QzZGp6U0ZyTVUrQzkxdFhjYjkrUXJ4L293NVZVa1VWNUZDdVZWSkZGZTliUStlMXJ4d0YxYmhubWM1ci9BbklQUmQrTVU2VTlNQ0JpbThYZm4wZXF2M3ZxWG1YVzlIWStJbkp6TVovQVN3MXpnZEV3eU1PamJQZUpOWm5UZ0pNTWFPOEVnbFFBek1BanVndXZEWkNNR2hkMFdZOWVwQkFweFVFQ0FiVVR4aG5FKzZoRWZZY3piOFRKbzJId2NUQWN6QTR3TVRLUHY1dGpKeEFoVVlocUZHQlRnOTIvQ3JIemJ1THRFT1JZQmxGZDltUElxWWltditqRGxWYS9xMDBYU1g5eTFMakhlNWYwQ3B2OHNBeU1SdzB3MFRTTzZ0K01TNlM4TXd6Uk5qQW9EU2szVE9JckJDNjdDNmpkVnlCV1J2c0I4QmljVnVFbkJUWUMrMnlQZXhSTVluQXMwZkVaNUI1TzNDWkNMZy8yWUhNVGdOQXkrQ3B6VFJrdi9BLzVPRGEvZ29LcmI0KzRNQjM1cThMR1ZPbU1wNmhFZjRjeXJjRElSTjk0ME4xVyt2cHRqSnhPdnkwOSt0SS9FUE9WWWhGSmU5VUhLcTRpbnZPcURsRmU5cWs4WGN4c3NYZnBlOUNBR3g5WDZxdVB4RzFHOUhZOUlmK0gzbXlaR1haWEg4SlE3aTJ1UHE0Z3JJaEkrOHoyaU9jNmxHRHhyTGVBMll5Ri9BakJmWVFnR2E0RkJvVHRSaE1HZk1ibXB2dWR4OExvL0dRdTVyV2VpRnhFUkVSR1JTQklSeFZ3UkVSR1J2c3g4aFN0Ykt1YldyL3NEQmt1Q05uOEtOOTh5Rm5ERWZKTVVmUHdha3hzeGNHQlNpNE14eGlYczcrbm5JQ0lpSWlJaWZaK3J0d01RRVJFUjZkYzgzRVV0QzRBUE1mbXRjUmxiR2xZWkYxSU1mTmw4azUvajR6c1lsS3VRS3lJaUlpSWlJaUlpSXRKTHpHZjY4SmkvSWlJaUlpSWlJaUlpSWlJaUlpSWlJaUlpSWlJaUlpSWlJaUlpSWlJaUlpSWlJaUlpSWlJaUlpSWlJaUlpSWlJaUlpSWlJaUlpSWlJaUlpSWlJaUlpSWlJaUlpSWlJaUlpSWlJaUlpSWlJaUlpSWlJaUlpSWlJaUlpSWlJaUlpSWlJaUlpSWlJaUl0M0Y2TzBBUkVSRVJQb3I4MFZHRU1VUWZBekJ3TUJKSGo0T0daZXh0N2RqRXhFUkVSR1J5S05pcnZTNCsrL2VNTUpqdWdhYlRvWWFCb1kvRURoazFKSDM5ZDlNMVltdGlJajBDK2FMSk9IaU5tQXhNQUNEREV3TW9BQUhCUVI0SFI4UEdJc3A3ZVZRUlNLYStmT0JJekFjZzNHNmhtS2FCbkFJb3piUCtFNkJQbGVLZEpMeVNxVHJLYStrSzZtWUt6M213YS92VEhERlZ5OHhZYkdCa1k1aERqUk5ETVBnQ0NiNUpyeGVVK1Y0OEk3N0p4YjNkcXdpSWlLZFpiNUlFbTVlQk01dVo5UDM4WE90Y1RrRlBSR1hTSDlpTGsxSklEWnVDUWFMd1VqSFpDQUdCcGhIZ0h4TVhzZForcUJ4UjVrK1Y0cDBrUEpLcE9zcHI2UTdxSmdyUGVMK2IyMUk4c1E2bnpJd0xteHpROU5jN2NaWWRQUFBKdXZFVmtSRUlvNzVESEY0ZVJLRGhhRXI2bjgyL2VSbDhoSUJyamN1cDd4SEFoVHBCOHlsU1VuRUpqNkZRZHVmSzJFMXJxcEZ4cmVPNkhPbFNEdVVWeUpkVDNrbDNVWEZYT2wyRDMxMVN4eEpnU2VOSmllMnJaM1hZdkpTdWUvWTlYZjlhbzVPYkVXNjBwLytOQUdmYnpTQndDZ013OEF3ZHVMMzcrYWIzOXpjMjZHSjlCZm15OXlOZzU4M1gxSC9zNlZQWGdZL01pNWhhYmNHSnRKUG1FdlQ0NGoxUG9saDFIK3VORnZac2o3WkFvR1hNS3V1Tis0NnFzK1ZJcTFRWG9sMFBlV1ZkQ2RIYndjZ0o0RkUvOWNhQzdtdC9mMEtYbWV3S002VitPMXVqMHZrWlBIZ2crbjg0UTkveGU5L0QvZ1hUdWN2Y0RoK1VUKzlqSWNlZXB3SEgwenY3VEJGSXAzNUN1TXd1S1hGbFFhdGY0VWU0RGJ6RmNaMVcyQWkvVW1NOTJ1Tko4Wm1HeDhzRzlZNUhJdHd4T2h6cFVoYmxGY2lYVTk1SmQxSXhWenBWZzkrWjkxSUhFRW50a0Vuc3MzT2E0UFhHZVp0djcvcjA4bmRIWjlJdi9md3cyTnhPRjdITUc0Q01qQ01PTUFGT0RHTU9Bd2pIYmdPaCtOMWZ2OTc1WnpJaWNuR0lDN3N2UXlpZ2V5dUQwZWtmekYvbGRIQzUwcWo1VWZ3aDB6RHVNMzh4VkQ5anhOcGdmSktwT3NwcjZTN3FaZ3IzY3J0ak1vME1NSS9zY1dJeGpESGRIMUVJaWVSQng5TXh6U2Z3akJtQXRhM3ZpMDlBQXhqSmc3SFAzamdnUUc5R0xGSXBCc05KQURXMVNidFhZMWlyL2NDbzdveExwSCt3ZkJrWWpaOHJtd3J3Um8wYmhPTkEzMnVGR21KOGtxazZ5bXZwSnVwbUN2ZHlqVE1MRXpyeERhczgxb1RyOU13eG5kemVDTDltOFB4WStDVU1QYVlnZHY5bSs0S1I2VGZNL0ZpNHVyRWZrNE12TjBRa1VnL1kyUmgxSDloRWg0dkRxYytWNHEwU0hrbDB2V1VWOUs5Vk15VmJoWEFqQVl6N0JOYjA4Q0pZY1IwUjB3aUo0V0hINTZDWVZoM1RXM29nV3NZTFQrQ2UrakNBaDUrZUVxdnhTMFN5VXoyWVhBY2FIdU0zT2JycS9HenYxdGpFK2tQVElJK1Y0YVJaS2JweERUMXVWS2tKY29ya2E2bnZKSnVwbUt1ZENzalFCNVlKN2Jobk5jYW1OV21HZGpkemVHSjlGOCszeWdNSTc0VGUzcngrWFM1dDBobkdPekFwS3dUKzFWaXNLTWJJaExwWHd3akQ5T3d2akFKNzVxdmF0RG5TcEVXS2E5RXVwN3lTcnFaaXJuU3JYeE85cG9ZNFovWTRxZzBIR3pwK29oRVRoSU94MGdDZ2M1ZDJtTVl1aEdUU0dlczV4TmdUZU44ZTUvYjdlbjE5ZnVLU0Z1TTJ0M0FzZkQzb3hMWTNPWHhpUFFIeWl1UnJxZThrbTZtWXE1MHF4TFBpMXVOb0JQYmpwL1htdXVQdUtlc2FYVmpFV21QSDRjajBJbjlUQXlqTS91Sm5QU01wUVR3Y3p1UVp5MElXdG0wVTRhOUxoY0h0eGhMVWQ2SnRPZDRmZzZZYTYyWmhpUnE2ZE5sdzdLR3kxWlpUMFhlMm02T1RpUXlLYTlFdXA3eVNycVppcm5TclpZdVhSb3dEVzQzVGV2RTFnQk0wNngvTkF6VmFjMDNudGVhUnE2Sjg1YWxTMVZRRXVrMDA5eUZhWlozWXM4cVRITlhsOGNqY3BJd0ZuRUF1QW1UMER4cWVheWhiUmpjYWx5aThYSkZPc0pZU29BYTMrMllabDc5a3ZvMVpwTkgwRHFUWEl3NmZXRWkwZ3JsbFVqWFUxNUpkMU14VjdyZGtwOU9QdURBdUFuWUJtQVlSdjJqNGY1TDFueTlYV2JBdVBWclA1MmdFMXVSRStGdzdJUk9qTjBKVmZYN2lraG5yZU50REJaajhrNGJXNjNFeFZXczVhMGVpMHVrSHpEKzc5QUJEUE1tVEhOYi9aSldIZ0RtTGt6L3JjYWRoL1c1VXFRTnlpdVJycWU4a3U2a1lxNzBpSUtmUGZlMldjY1YwTWFKcmNsS244KzRzakI2Z2s1c1JVN1VraVhiTU0xbkFPdGJFN0M2d2pmOERKNE8zaVlRZUlZbFM3YjFZS1FpL1k2eGxJQnhLWnVOaFp5UG53c3dlYlZ4cGNtcitMbkl1SlE1eG9Wc1VlOExrVTQ0ZnVCdEFuVlhZSnB0Zks0MFYrTHpYMGxsbmo1WGluU0U4a3FrNnltdnBKczB2K0JQcEp2OTZidWJ6dmRqM214Z1hBVmdZTHdiQ1BoL3MrUVhVOS9zN2RoRStwV2YvenlaaElRWGdYa2h5NXNXY08zbHk2aXR2WW83N2lqdW1RQkZUZzdtYS93UWs2VUFHQ3cxTHVGSHZSeVNTTDloL25ybzJXRGNETWJuNnBlOEJZRmZHdDg1dUt4M0l4T0pYTW9ya2E2bnZKS3VwSjY1MHVPKzhyUEpiNE94c3VHcUF0TUliRkloVjZRYjNITlBDUjdQTmNDS2tPVU5ZNXlFZW9kQTRBWVZja1ZFSkpJWTM4bDdIOE5ZWS85dk03YnF4RmpreENpdlJMcWU4a3E2a29xNUlpTDkyYzAzRjFCVGN6bW0rVE5nQzZaWjJyak9ORXN4emEyWTVuM1UxRnpETjc2UjEzdUJpb2lJaUlpSWlFaDdYTDBkZ0lpSWRET3J0KzMzdVAvK3YrTHgzQVY4QlFERGVKcEE0RmQ4L2V0N2V6VStFUkVSRVJFUkVla1E5Y3dWRVRsWjNINzdQaUEvYUVtK0Nya2lJaUlpSWlJaWtVUEZYQkVSRVJFUkVSRVJFWkVJb0dLdWlJaUlpSWlJaUlpSVNBUlFNVmRFUkVSRVJFUkVSRVFrQXFpWUt5SWlJaUlpSWlJaUloSUJWTXdWRVJFUkVSRVJFUkVSaVFBcTVvcUlpSWlJaUlpSWlJaEVBQlZ6UlVSRVJFUkVSRVJFUkNLQWlya2lJaUlpSWlJaUlpSWlFVURGWEJFUkVSRVJFUkVSRVpFSW9HS3VpSWlJaUlpSWlJaUlTQVJRTVZkRVJFUkVSRVJFUkVRa0FxaVlLeUlpSWlJaUlpSWlJaElCVk13VkVSRVJFUkVSRVJFUmlRQXE1b3FJaUlpSWlJaUlpSWhFQUJWelJVUkVSRVJFUkVSRVJDS0FpcmtpSWlJaUlpSWlJaUlpRVVERlhCRVJFUkVSRVJFUkVaRUlvR0t1aUlpSWlJaUlpSWlJU0FSUU1WZEVSRVJFUkVSRVJFUWtBcWlZS3lJaUlpSWlJaUlpSWhJQlZNd1ZFUkVSRVJFUkVSRVJpUUFxNW9xSWlJaUlpSWlJaUloRUFCVnpSVVJFUkVSRVJFUkVSQ0tBaXJraUlpSWlJaUlpSWlJaUVVREZYQkVSRVJFUkVSRVJFWkVJNE9ydEFFUkVSRVQ2TllOM01LbXVuMTdSeTlHSWlJaUlpRWdFVXpGWGVvZmYvN0hwY3Z6S21qRjFZaXNpSXYyV2NURXJnWlc5SFllSWlJaUlpRVErRlhPbFZ5ejU1YlFWb041SklpSWlJaUlpSWlJaUhhVXhjMFZFUkVSRVJFUkVSRVFpZ0hybWlvaWNUSllzK1JId285NE9RMFJFcE12VTFyNk55LzFGQUV4emF5OUhJOUkvS0s5RXVwN3lTa1JFUkVSRVJFUkVSRVJFUkVSRVJFUkVSRVJFUkVSRVJFUkVSRVJFUkVSRVJFUkVSRVJFUkVSRVJFUkVSRVJFUkVSRVJFUkVSRVJFUkVSRVJFUkVSRVJFUkVSRVJFUkVSRVJFUkVSRVJFUkVSRVJFUkVSRVJFUkVSRVJFUkVSRVJFUkVSRVJFUkVSRVJFUkVSRVJFUkVSRVJFUkVSRVJFUkVSRVJFUkVSRVJFUkVSRVJFUkVSRVJFUkVSRXBIY1p2UjFBVTM5ZXVpN0c5RWVQRHZnQ1NiMGRpNGkwem5RWWRZNmF3SzdiZmpQMVNHL0hJaUlpSWlJaUlpSnlNbkQxZGdCTjFkYTR6M000ekFjTWg1SFYyN0dJU0hOVmhvOU4wVVVVdUtyckNwTXExN3ArLzhkM2ZZNkF2N2ZqRWprWkRISWM4MXppM1p4eVRkejZMZWQ1Y3c3MGRqd2lKNFZ5cDUrQ0ZCKzEwVkc5SFlwSS94R0lJa0FtRHFNVWpLTzlIWTFJLzZDOEV1a2VEaC8rdWszRzNZZHllenVTQm4ydW1PdDBPS2RnbWlQNlhwOWhFUUhZNnlubmhjUzlsRGxxM2NDWjlROFI2UUZuUk8zbEIwbHZrT2txQWJPM294RTVTWmp1Q2dKUjFSaU8xTjRPUmFUZk1BMXdBSVpPK2tTNmpQSktwSHVZMU9KMC9zMjhmZWlkeHYxNVZiMGREbGlwM3FjWXB1bkVVQ2xYcEs4cU0yb29jOVQyZGhnaUo2Vkpua01NZFpYMmRoZ2lKeGVmT3dhZkNya2lYVTVuZkNKZFQza2wwdlVNUE9DWVFTTGUzZzZsUVo4cjVvcUlpRWpMREFNTWRja1Y2VmttaG5vNWlYUWgwOFM2dkVSNUpkSmxsRmNpWGM4MDYzTUxNRXlEaE40Tko1aUt1U0lpSWlJaUlpSWlJaUlSUU1WY0VSRVJFUkVSRVJFUmtRaWdZcTZJaUlpSWlJaUlpSWhJQkZBeFYwUkVSRVJFUkVSRVJDUUNxSmdySWlJaUlpSWlJaUlpRWdGVXpCVVJFUkVSRVJFUkVSR0pBSzdlRGtCRUpOTE1HVFNJdTZkUDU0eUJBNGx6dXpsUVhzNExlL2J3NDNYcktLK3JhN2I5bE5SVTdqM3ROTTRhUEpob3A1Tk5SVVg4WXYxNlh0cTc5NFRiYmpBaVBwNUg1ODluZFg0K2Q2OWUzZUhuRWs1c1RmM2w3TE81ZWNJRUh0bTJqWnZlZTYvZDdWMkd3UjNUcHZIRmNlUElTa2lndUthR2wvZnU1YnVyVjFOY1U5UGx6MDBpUk5RZ0dINHJaRndDc1dQQkdRM1ZoNkh3djdEekoxQ2QyM3lmbUd3WS9RTklPeDg4YVZCYkFBV3Z3bzZsVUh2a3hOdHZNUGh6TU9HM0VEVVFkdjhTY3U0Tzc3bWxuZ01qdndOSnA0TXpCaXIzUU43anNPZTNZRGJKNXltUFFPYVhXbS9ybzdPZ1pFWDd4M1RHd2FoN1lOQ1Y0QjBPL3VOUTlDSHN2QmZLTnJTK1grS3BNUG1Qa0RnRFN2OEhLMmQxN0RsSzVITkd3YVFyWWN6RmtENGVvaEtnNWhnY1dnOXIvZ1NIUG02K2p6c0dUditxdFUvQ0VLaXRoSU5yWU5XRGNHVExpYmZmWU9BVU9PK25NR0F5SE40QVR5NE83N2tsWnNJWjM0VGhaNEUzR1NxUHd1NTM0YU1Ib0txbzVYMWkwbURtelpBOUh4S0hXTXZLODJIMWc3RDF4WTRmT3pZRHp2aytqRjFvelQ4d0Z2eXQvSytiZkMxTXVSWlNSNE5wUW1FT3JIOEVkcnpSOGVOSjM5TGRlUVdRZlM1TXZCSUdUWVBZZFBEVldPK2RUNStFclMrMEhsczQ3ODJXOUdaZU9hT3MxK2kwcjFqVHo5OEErejVvZWR2TU0rRFVXMkRRS2VEeXdyRmM2M1ZaOTFjSStEcCtUT2xiT3ZPK0QrZHZyUEpLZVJVaFZNd1ZFUW5EVlNOSDh2UUZGMUJhVzh1eXZEejhwc21jUVlQNHppbW5zR0RZTU01OC9ua3FmUFkvc2xrREJ2RGVva1VZd0t2NzlsRVhDSEJaVmhZdlhuUVJYMXkyakVkemNqcmROc0RnbUJqdW1EYU5KWk1uRSsxMHNqby92OFBQSlp6WW1ocVhsTVNYeG8vdjhMRU00SmtGQzFpY25jM1draEtlMkxHRDZlbnAzRHB4SW5NR0RXTFc4ODl6dkVteCtrU2VtMFFJVnlLY3N4T2NzYUhMdmNOZzJNMHc2QXBZT1JzcWd0NkxpVE5oMWpKd3hkdkxvak5oK0cxV3dYYmxMS2c1M1BuMkhkRXc4RE13NHF1UVBMdnp6MjNZVjJEeXcxanYvbnB4RTJEY3p5RjFIcXk1RlBEYjY5ekpuVDlXWXhzcGNNWnlpSjlvTDNORXdjQkZrSEV4ckxrUWlvSy9lREdzZ3ZPd20yRHdOZWlDclpQVVZmK0NJYWVHTHZPbXdzanpyUlBFMTc4Rk9TL2I2NklUNGRwbklYVk0wUFpSTUdvQlpKMWpuUVFlV05YNTlnRXl6NFFwMTFnbnhVWW4zNWNESnNQVlQ0RW56bDRXUHhpbWZjRTZXWDl5RVZRVWh1NHpaQ1lzZXNSNmpzR1NzeUI5QXRDQmsrT1VVVERwYXBqNnVkQmp0K2JpMzhINHk1dkhNV1FtclBnMS9PK2g5dHVRdnFlNzgycjJ0MkhXMTBQYjk3anQ5ODZnVStEZDc0ZXVEL2U5MlpMZXlpdHZLa3o4REV5NzNpcDZ0V2ZxNStHOG54RHlQemgxTkp4MUZ3dzlIVjc4RXBpQjl0dVJ2cVV6Ny90dy9zWXFyOXFtdk9wVFZNd1ZFUW5EbE5SVWZyMWhBMHZYcnFYYWJ4Vml2RTRuTDExOE1SZGtabkxyeEluY3QzRWpBRTdENEovejUrTXlET2E5OUJJZjFSY2paNmFuODlFVlYzRGY3Tms4djN0M1k0L2JjTm9HZUdET0hKWk1tb1RMNGVEandrSm1wS2QzK0htRUcxdFR2enJ6ekxCZXQrdkdqR0Z4ZGpZdjc5M0xGVysraWM4MGNXQVZlSzhZT1pKdlRwbkNUeisyZTZtY3lIT1RDR0s0clVLcnI4enFLVnUxSDJKSHc0RExBTU1xVGs3NExheTlwSDU3RDB4LzJpN2tGcndNeFN0Z3hOZXNBcTEzR0l6L0ZYenloYzYxRDNEdUhxczM3NG1JSFF1VGZtOGRnd0RzL1QzNHltSGtuVmF4T1AxQ3lMd1JEanhpNzlOUXpQVlh3SUZIbTdkWmM2ajk0MDc4blYzSUxkOWt0VE53RWFTY0JRNFBUUGtiY20wVWp3QUFJQUJKUkVGVXZEL083aFY4eWhNdytMTW44a3lsUDRoT3RIclRIRmhsOVQ2S1RvU3hsNEE3MWlxa3pyOFhkcjRKL2xwciszT1cyZ1dub3ptdytUa1lkUUVNUFEyY0hsandTL2o3dVhZUG5YRGJ2K1IzTU83eTVuR0d3K0dHUy85Z254anZmaHNPcm9WcE4xZzlIaE9Hd056dndodTMyL3NrRElIUC9BTTg5WDlmRHE2RlBjdXMySk9HUThXUjVzZHBhc3BuNGZ5ZmR6ek9TZGZZUllhcUV2ajRFVWdlRGhPdnNwYk52c1BxT1ZheXArTnRTdC9RRTNrRlZvL2RnK3VzNlpIeklXR29OVDN0QzdEbFdjai8xSm9QOTczWmt0N0txOVRSY1AzcjF2RTdJamtienYwUllGaUZwUTJQUW0wRnpMd0ZYRkdRZGJhVlk1di9IZGJUbHo0ZzNQZDl1SDlqbFZldFUxNzFPU3JtaW9pRTRjRlBQNld3dWpwa1daWGZ6MC9XcmVPQ3pFeG1EeHJVV0hDOUlET1RNVWxKL0RNbnA3RllDckN1c0pDbmR1N2srckZqV1RoaUJFL3UzQmwyMndBVGtwTjUvOUFoN2wyN2xnRXhNVHk3WUVHSG4wZTRzUVZibEpYRndoRWplUERUVC9uR2xDa2RPdDdYcGt6QkJHNWZ1UktmYVFJUUFQN2ZxbFZjTVhJa040d2JGMUxNUFpIbkpwSEVoTnkvd0xhN3dGZHFMeDc3VXhqMVhXczZiVDVXVWRTMGV0TEdqTFNXbDY2RmRZdXM1VVh2d1p5MTF2TEIxOERtcjRIdldQanRBN2dTckovKzQxQzVEK0luaGYrMHN1OEFvLzRqMXA3N1lkdWQxclR2R0l6L3RUVTk3SmFXaTdsVkIyREwxOEkvWnZRUUdQTDUrdGdyWVBYNTF2QVR1WCsyQ3RTZURHdDRpclR6b0xEK3NzS0c1NG9KcFd1czRTRGs1Sk8zRmw2NkJVcjMyY3R5WG9Zci8yVk5SeWRCeGlRNHZCN2lCc0NFUmRieXVrcDQ5anJyVXRDTlQ4RE5IMXFYZkNZT2crRnpZTy83NGJjUDlza3BKaHoreE9vSkZhNHhGMWtudEFENUcrR2xtNjNwM0ZWdzNTdlc5TGhMNGQwZlFHMjVOVC92Lyt4anIvd3RyUDU5K01jTjdsVjFlRDBNbXQ3MjlxZmRhaysvK1czclpCeXMzbExaNTRMaGhNbFh3L0pmaEIrTDlLN3V6cXZ5dy9EY0YyRC9oM2I3SDkwUE42K3czNGZENXRoRnAzRGZteTNwcmJ4eVJkc0ZwMk1Id0IwTk1XMTh5VC96Sm5EVS93LysrQkg0NEtmV2RFMFp6UHVlTlQzMXN5bzZSYUp3My9maC9vMVZYclcrdmZLcXo5SDFkQ0lpWVdoYWJHMXdyTmJxV1ZIanR5K2J2bkRZTUFCZTNyZXYyZlp2N044UHdGbURCM2VxYllERmI3ekIrUysvekllSEQzYzAvRTdIMWlEQjdlWVBjK2V5NHZCaEh0Kyt2VVBIU29tSzR0U01ERFlYRmJHbnJDeGszWjZ5TXJhWGxqSTZNWkdCTVRHTnkwL2t1VWtFcVN1Q1RiZUdGbHJCR3JPMWdTUEtMb3dPdU14ZWZ2QXhHZ3V3eDlaWjQ5R0MxUnMzWlU3bjJnZXJNSnh6Rjd5YkJVZmY3ZHp6R3JEUW5zNEw2bVY3S09nRGJ0S3AxdmkyRFJxS3VYVWxuVHRteHFVMFh2WlcrS1pWeUFXcnNGdndxcjFkMnJuMmRQa1dhL3plRHliQ0xoV0xUbHJ2ZkMrMDRBUldFVFdZMjJ2OXpHNzQ4Z1BZKzRGVmNBTHdWY0dlb0h6SkRMcDZJNXoyQVlwMldHUHYvZU44V1BQSHNKNUtvNUhuMmROYm5yZW5DelpaNC91QmRSSTdaS1kxSFRjQVJsOWdiOU9aRTJPd2VrTnRmZ2FlL1R3OGYyUGIyeVpuV3crQXFtTFlFelFFeXZaWDdPbk04SzZFa1Q2aXUvTnF6UjlEQzA0QTFhVlF1aitvZmZ0elZWanZ6ZGIwVmw3NXFtRFhmK0dOTzZ6ZXlVMHZOMjhyenMzUDJ0UGJnLzRYRHB3YSt2cElaQWpuZmQrWnY3SEtxNDdGcWJ6cUU5UXpWMFNrQzV3MXlMb3NlMHR4Y2VPeWlTa3BBR3dxYWo1b2ZVNnBWVndhblpqWWJGMUgyZ2Fhalo4YmpzN0c5cHZac3hrWUU4UEZyNzZLeDlHeDd3TW5wS1JndEhJc2dKeVNFc1ltSlRFcU1aSDh5a3JneEo2YjlBTUpVKzNwcXYzMnNBREJ5NDgxT1NrdTMyejFQQVZybUFOZUM3OTlnTFVMbTI4ZkRrK0dQVXhEb0JiS3Q5cnJxZzlZUXo2NEVnQURZc2RBV1gxdnhJWmlyaXZCR20vWE1LQnlMeFI5QUlHcTlvL2IzbXZUSUhhc1BaMXpWOHZMUmRLYmpJbmVjQ0lidkx5d3lRMlpqdTZ3cDFPeU85YytoUFpDYmErZFZ0dWZZRThYYmcxZGQzUzcxY3NSSUdVazdIMFBSc3l6ZW1pQmRjbnR0T3RoK28zV3BiWEhDMkRUdjJITncrMlBCYmp0UDlZRHJCdGV0UmxqOEd1NWpjWXZweUM4MTFJaVIzZm5sY3NMU2NPQzJnOHFKb2Z6M214TmIrVlYwUzc0ejYxdGI5UEFtMnJkaUFxc0lTeUtncTR3S3o5czlXejB4QU9HTmJab1N6ZVdrOGpTMnZ1K3EvN0dLcStVVjMyVWlya2lJaWRvVUV3TTM1MHhnOXBBSU9TbVlZTmpyWnN1RmRRWEtJTWRxVitXSEJYVnFiWlBWR2RpVzVTVnhjMFRKdkNiVHo3aDA2SWlablp3SE52QjlUMXVDNnBhTGtnZHFWL2UzbXNoSjRuWU1aQVZOQzdZd1gvWjA5RkQ3T21hSmpmRXF3M3FVZUJKN1Z6N1hTRTR4dHBDckFGRkNGM1dNTHhCUTV5R3l4NEhPSDRpVFA1ajZQWWJ2d1JIWHFWTlhmSGFpSUIxNmVYWi8yZlBIMXdIWlhuV2RQeEFlM25UWGp5VlFWL1llZHU0b1Y5YjdYZVYrQUgyZExNNGc3NFk5U1paUHpPQ1RxYkhYZ0laUVRjUlRNeUVPWGRhei8yZG9MaFBPTVlPdnBhZU9PdlNWdDBsUExKMWQxNEJ6THZIdnZTNnR0d2FlN01yUlZwZVZSVVRVc0JyaUxQaE5XcnY5WlRJME5yN3Zxdit4aXF2bEZkOWxJWlpFQkU1QWVPVGsxbStlREdEWTJQNSt2TGxIS3lvYUZ3WDQ3SytMNnR1TWp4QzhMSW9wN05UYlorb2NHTWJIQlBEMzg0NWh5M0Z4ZnpmNnRYaEhjdnRidlZZclIxUFRsS0pNMkhXTXJ1WDZ2R3RvWmYvTzJQdDZVQk42TDZCV252YTBjb1hBKzIxM3hYYWloRmFqdFBkeGdkZlR6ck1lQjdpMnhtZitrUmZtMDR6SUdsVzg0YzNxNHVQSXozQ213SlhQR1pkS2duVytKM3ZmTTllSDN6NXBMODJkRjkvVUE5M3A2ZHo3WGVWTnVNTW1uZlc1ME5NMEpjY0dSTmh4MnZ3NXAzVzViTU5wbDRIcWFPNk1NYWdvU1g4VFhMVzMrVG1vNjI5bmhJWnVqdXZES2QxWTZKcDE5dkwzdnN4VkI4N3NiaWJpcmk4cW0yK3ZpT3ZwMFNHOXQ3M0ovbzNWbmtWRktQeXFpOVN6MXdSa1U2NllleFlIcG83RjZmRHdZM3Z2c3MvbTR3aDZ3dFlQZkpjRGdlMWdkRGVlWjc2d21WbEs4TUp0TmYyaVFvbk5vL0R3Zk1YWFVTTXk4Vm4zM3FMbWtBN2wrMjBkaXpEYUhGOXczQU5sWFYxTGE2WGswVG1sMkRTUStDSXR1YkxQNFgvWFdqZGlLeUJXV2RmV3RiMDdydU9vQStQd2Z1RTAzNVhDQjZ5b2FVN0JMY1VaMTBwdkR2YzZrRnIxbGtGM0l4TFllSUQ0SXl4OXNuNkpuejY1YzRkdDczWDVrUTRvbUQycXViTGMvOE1tNzdTdGNlUzdqVndHbHoyTU1UWGo1ZGVmUXhlK3JKMW1XY0RmeHZ2TTJmUWZGMExYejUycFAydTR2ZUJxK0Z2UlpQVG5lQVR6WVk0ZzVmbHJZRlhsbGpUVzU2RCtFRXcvQ3hyUHVzYzY5TFVyb3F4UVZ1dkpTYlVkV0NvRmVtYnVqdXZZdEpoNFI5Z2FQME5MRTAvdkhkdmFHR25xMFJjWHJWUTZnaDVQWnRmblNZUm9pUHYreFA1RzZ1OGFoNWpBK1ZWbjZHZXVTSWlZWElaQm44OSsyd2VuVCtmUFdWbG5QYnNzeTBXVzB0cXJHK0JVMW9ZUGlBdDJpb29OUjNtb0tOdG42aHdZbnQ0M2p4bURSakFrdVhMMmRSazNONndqbFhmYnF2SGEyVVlCdW52REpod0gweDV4QzYwSHZnSHJKZ0ZOVTF1Z0JkOGN6QlBXdWc2VDRZOVhSMjhYeGp0ZDRYZ0dOMHRER25RVXB4bUhWVG5XbVBqbWo0cnJnTi9oVjAvdDdlTm45eng0M2I0dFJHcE4rWml1UFladStCMGVBTThmckYxS1hpd21xQWVTVTB2cFl3SmV0OGRQOUs1OXJ0S1NKd3BUZUlNeXN1R09HdUN2dVRJWFJtNi9hR1A3ZW00QVhTWk5sL0xvQmdyanRMc2tsYUpETjJkVjZtajRBdXYyZ1duaWlQV2paZzIvTE5yNG04cTB2TUtXbzVUSWt0SDMvZWQvUnVydkdwT2VkVW5xV2V1aUVnWUhNQXpDeGF3T0R1Ymh6ZHY1bzRWSzFydHFicWp0SlNaR1JtTVQwNG1yOGtRQ2VPU3JYK0V3VGMxQzZmdEU5WFIyQVo0dlh4NXZIVURnYitmZXk1L1AvZmNabTE5ZWZ4NHZqeCtQQnVQSG1YYU04Mi9zZDVSZjBPMThja3RYMG8rTGprWnYybVNVMUxTNG5ycDUwYi93QjdETmxBRG45NENCeDlyZWR2ak9mYk54ZUluUStrYWUxMUNVTEd6N05QT3RkOFZLdmRZd3hvNFBGYXYycGlSVUxuYld1Y2RibytONjYrRWluWjZURlFmc0tmTmRzYkxQQjQwcG5iVHdtOXJyMDFYQ0ZURGF5MzN1cGNJa1hrbVhQcDd1OWY3aGtmaC9aKzBQSDVnOFc1N09tMWM2THIwb0p2b0ZRYTlIOE5wdjZzVTc3SnYxcEkyRHZJM3RoMW55UjU3bVNjdXRLM2dYbEMxWGRqanFNM1hNbWkrY0Z2WEhWTjZUbmZuVlV3NlhQV2svVDdQV3cydmZBMHFqM1pOL0MySmhMd3F6YlV1QTNkNnJCdFhKUTZEWTduV3VvUWhkaHkrcXRBYldVbGtDT2Q5MzVtL3NjcXJsaW12K2lUMXpCVVJDY00zcGt4aGNYWTJQMW0zamlYTGw3ZFpiSDMvMENFQUxoa3hvdG02aTRaWmR5WjlJemUzVTIyZnFJN0dWdW56OGRDbVRTMCtudGxsRmFLMmxwVHcwS1pOUEwycjVjTFVybVBIT0ZoUndha1pHYVEzNlowN1BDNk9DU2twZkhqb0VCV3RERGtoL1Zqc1dCamRjSU1HRTlZdGJydlFlblNaUFQza09uczY2UXp3MXIrWGE0L1lSZDV3MisrTW1KR1F2c0R1OVd2Nm9QakRsdU1jL0RsN3V2QU5vSDRjYVUrR3ZYOGpBd1pmWTgrV2JRaGE1WWEwOHlFMjZHUWsrTFhKdUJSYzlUZktjTWJEZ0lYMnVpT3ZkUFNaeWNuQTRZSUZ2N0FMVG12K0NNdVd0bDVvemYzSW5oNDUzNzU3dHpzV3NzK3oxKzErcDNQdGQwYmlNQmd4MXg1UHNHbWNFeGJaMDRPbVEwS21OVjE1RlBJL3NhYjNyN0MzR1hPUjNaYmhoSkVYMk9zYXRnZHIvTk1oTXpzZjkrR045bVd6OFlQc1htQUE0eTYzcHh0ZVM0a2MzWjFYQVBPK0cxcHdldTc2cmkwNFJTZkJpSG1oUFlNaklhOU1QeHhjR3hUblluczZPSy8ydkE5bTkzM09sbTRTenZ1K00zOWorMnRldGZSL01oektxejVKUFhORlJNTHc5U2xUcVBINytmRzY5aThOZlhiWExuNTF4aG5jUEdFQ2Y5dTZsYzMxdlhCbnBxZHozZGl4ZkhMMEtNdnJpNnJodGgwT0E3aGgzRGoybHBYeFFmM3hPaHFiQ1h6dHd3OWJiSGRtZWpwWGp4ckZxdno4a0cwU1BSNnVIenVXMS9mdlozZFpHU2J3dDYxYitlR3BwL0xyTTgva2k4dVdZV0o5bS9pYjJiTXhnTjk5MnNXOUJTVXlaTjRJUnYxSEVYOGxETHJDZWpTMTVWdldXSzk1LzRUUjM3TUtuNmxud3lsUFE5bDZHUEVOZTlzOTk5RllKQTIzL1hDbHpvZlQvMnQ5Z0M1ZEN5dFBzNWJ2L3hPa3piZW1SMy9QNnFGcitpRDdUbnZmM2IreHA5TXZnQW4zUThGTFVMRVRESTlWZ0UycWI4LzB3YjZIN2UxUGY4dDYvZ1JnN1NLclFGdnlFWlJ2c25ybHVwT3NiUTQ5QllPdXNvZDdLSHdUeWplSC96eWwveHAycG5XUzF5QXhFeTc0WmZQdE5qNE9CWnZoNE1kd05NZnFQUlNWQUZjK0Rqa3Z3NWhMN0Vzdjk3NFBSVHM2MTM1bjRyL3ljU3NIOHpmQ0UvVW5sVnVlaDlPL0RxNG95RHpENmlGWnNCbW1mOUhlZDkzZjdKUE8vSTF3YUQwTW5nNEpRK0dhcDJIbmZ5RnJubjBUbVpJOXNQY0RhL3FNYjhLWjlUMysxLzRGbHY4cy9OajlOVmFjRFRmWHVmUVA4UEVqVm8reEVYT3RaWlZIclcwa3NuUjNYcmxqcmJ2WU4zTEEvQjgzYnovM0k4ajVUL2p4ZTFQZ2kyK0ROeFZxeXVEUjgrRjRRV1RrRmNER2Y4R3cyZGIwcks5Wk4yOEsrR0RtTFVGeC9xVnpiVXZ2Q2ZkOUgrN2YyUDZhVjYzOW53eVg4cXJQVVRHM0NhZkxZTnowWkxJbkpwSTJLQnBQdEpPYUtqOEZ1WlZzK0xDUS9Oem0zZFZkSGdjejVxV1RQVEdSK0NRM2RiVUJEdStyWU4xN1J6aDZ1UHFFMjIrUVBzVEx2TXNHa3o3RVM4R0JLbDc0OCs1V3QyMUpRcktibWVjT1lPaklPTHl4VGlxUCs5aWZVODdhWlFWVVZZVGVaVDVqcUplSnA2VXdjRmdzY1FrdWZENlRzdUphZG54U3l0WjF4Zmg5M1R0MlYweWNpNG1ucFRCOGJEeEphVkU0WFFhVjVUNXlkeDNuNC9lT2NQeFk4eHNsUmNydllYQldMS2VjbGNhQXpCaGNiZ2RseGJWcy82U1VqU3NLYWE4ajVvUlRVNWgzdVRYdTF2N3Q1YnorK1A2d2ppMG5KdDd0SmpzaGdZcTZPcDVac0tEVjdaWXNYODdCaWdwS2EydjV4b2NmOHRoNTU3SDZpaXQ0ZWQ4K0hJYkJaU05HVU92M054WTFPOU4yT0M0Y05veC9uSHN1Tlg0L0tZODhRcVhQRjFaczRmcnVqQm44djFOTzRlcFJvempyeFJjQitQV0dEU3pPenVhR2NlT1luSnJLK3NKQ1Roc3dnQ21wcWZ4cnh3NWUycnUzazBlVGlCWTN3WjUyeGtKbUt6ZjQybmEzVld5dFBnQmJib2ZKZjdTV0Q3NG10UGZxMFhmcWk3bWRiRDljS1dmYVBhK1NUZ1ZIREFRcUlmODVPUFEwREw3VzZrVTc4ditGN3JmelIxQzZPblNaSncweWIycCtETE1PUHIwWmptK3BYK0NBbE5sQjAzUHFlOXNHWU9PWDRJejN3QmxueFpOMHF0MU9kWjQxeElSSXNOVFJvZk5qTDIxNXUzM3YxeGRiVFhqek85YkpvenZXNmtVM2NLcTlYZmxoZVB1ZUUyZy9USU5uMkRrNGNDcTRvc0ZYYmNYeC9yMXczay9yajd2UWVqVFl2d0krL2x0b1cyL2VDWjk5empyaEhuU0s5V2hRVldMZFpNYXMvN3djM01Ncjg3VHc0MjZ3NGpmVzVmaXBveUEySGViZWJhOEwxTUhydDdkODB5dnAyN283cjVKSGhGNU9QZlEwNjlHVXY2WnpSYWVVa1ZiQkNhemljdnA0cStnVUtYbTE0dzJyR0Q3dU11dkdWNmMydVJubnFnZXM4WXNsc25UbWZSL08zOWorbWxldC9aOE1sL0txejFFeHQ0bUZYOHhpMFBDWWtHWGVXQ2NqeHNjemZGdzg3eng3Z0YyZjJnTkFSM21kTExvNW01UU11OHU2MCtVa2EwSUN3OGZHODhxait6aTB0NkxUN1FNTXlZNWwvTXdVUmsxT3BKV2J3YmNyZllpWHk3K1VoVHZLSGxrakx0SE54Tk90Z3VuemY5cE41WEg3MHAvcDg5TEpHcC9RT08veVFIU01sNHloWHNaT1QrYkZ2K3p1dG9LdUo4ckI1KzhZZzhzVE9ncElYSktiQ1RPVEdUa3hnUmYrdklmU296V042eUxsOXpEeHRCVG1MaHhzZFpXc2w1d1J4YXdMQmpBNEs1YlhIOXVIMmNyTDZuUVp6RHdubytXVjBpTVNQTlkvK0ZpM204dXpzbHJkN3U1VjlwM2RIOSt4ZzlMYVdyNDNZd2FMc3JLbzh2dDVJemVYNzYxZVRVNzlXTEtkYmJ1anRwV1VjS2lpZ3UybHBWUUZEV1hRMGRqQ3RTby9uL0s2T3Q0L2VMQnhXWVhQeDd3WFgrU25zMmJ4bWV4c0pxYWtzTHVzak50WHJPQkI5Y285ZVRsanc5OG45MDlRdFJleXZ3TkpNOEVSQlJXN3JlRVQ5dHh2RlQ5UHBQMXdIUGdIREZnRWNXT3NZd2VDdmdqYzhIa29XUW1aWDdLR2V6RDlVUFlKN0gwQThsOEliYWRrTlJ6NEc2VE1oYWlCNFBSYU55b3JldDhxVHBjSGpaOUdBSEsrQjZPL0QxWDdJVGZvQS82eGRmRGhUQmp6UTBnOUY5ekpVSk1QQmE5WUJlVGF3bTU5T1NRQ3ViM2g3MU93Q1I1ZkNHZCswK3J4RTVVSUZZV3c1MTM0NkFHb0NycFJabWZhRDhmbVoySFVBa2pKZ25XUGhKNmdibndDamgyQVUyK0ZBWk90eTB1UDdiZDZRWDM4U1BOTDNrdjJ3R01YV3owRHMrWlpOM1NwTExaNlJLNzZIWlRiVjlMd3Y0Y2dKUnNjVGxqOVVPZmpyeW1ESnhmREdkK0EwUXNnYmlEVUhyZnVVTDdxZHhvdk4xSkZlbDRkV2c4N1hvUHMrVll2eE55Z3o1NlJrRmNBcjMzVHV0SGM1R3VzTmdOK09MSVYxdjhkZHI1NVltMUw3K2pNK3o2Y3Y3SDlOYS9hK2o4Wkx1VlZuOUxuN2xqeHgrOXUrcUZwc0xTM2puL05OMGFUbEJiRm9UM0hLU3FvSnNyclpPU2tSTnoxaGNXYUtqK1AvaUtIZ04rcXVNMi9jaWhqcGxuajBoVVZWTE45ZlNsWjR4TVlOTUlxRkpZVjEvTFVBenNhZTF5RzIvNTVWMmN5ZWtwaXN6akQ2UkhxY0JwODlwdWpTVWl4aWtYN3RwVnplSDhGazJlbEVwZmtCbURISjZXOCsxeGU0ejRYZm00WVVURk9EdStycEtiS3o0RE1HRVpPc291N3kxODV4SmIvaFg5WCs0Nklqbkh5eGUrT3A3WW13SUdkNVpTWDFwR1k2aUZyWEVMak8zYi9qbkplZjh6dWxSb0p2NGVrTkEvWGZHTU1EZ2VZSm14YVZVUmRiWUJwYzlKd3Vxd245dDZMQjhuNXVPV2JRRTJmbDg3cDU5dDNwZXl0bnJtcm8vTjVMR1ZIang5WFJPQ0hTYSt6TlBHMTNnNUQ1T1JTSEE5SFV0cmZUa1E2eGpRQkV3emR2a1dreXlpdlJMcGVRMDg3d3dETU5UZ0NGeGwzNUhWUElTeE02cG5ieE9GOUZiejV4SDZPRmRVMkx0dTU4UmdMdjJqZFdDWEs2eVI5c0plQ0E1WEVKcmdZTTlVcUlQcHFBN3p5OTMxVVZmallzcWFJNis0Y2l6ZldSVUtLaDZFajQ4amRlVHpzOXNIcXBRcUFDUVY1VlF6SURQOGJvK3lKQ1kyRjNDTjVWYnp4aEZVQVBMaTNnaXR2R3duQXFNbUpmUGpLSVdwcnJHcm44cGNQaGZUVUJiam91dUdNR0dmZGhUc3B0Wk9EWjNlQWFjTFd0Y1dzK204K3RkWDJ1QU9ubnorQTZmUFNBUmlhYmQrNU1WSitEMU5ucCtHb2IyYmp5cU9zZWpNZmdOcHFQMmRjT0JDQWlhZW10RmpNVFVqeHFGZXVpSWlJaUlpSWlNaEpUbC9iTkxIODVVTWhCVDZBZ3J6UThWUGRIcXNYNWZDeGRrL1IzSjNIcWFxd2lwKytPcFA5T2VXTjJ3OFphUmNldzJrZm9QaElEWitzT01wVEQrNWt3L0xPWFI2Wk5jN3VVYnY5RTd0UVdIaXdpckppS3hhSDAyRFFjUHR5MUthRlhJRHFTbnRaZVdsdHMvVmRwYWJLendmL09SUlN5QVVhQzZ0Z0RUblFVQmlObE4vRGlPRGZ3M3I3OTdCcmt6MmNROFlRYjdQaEpRRE9YalFFcDh0b2N5eGZFUkVSRVJFUkVSSHAzMVRNN1lDMGdkRWg4dzFGd09EbFJ3OVhoV3hUVkdDUFJaS1Uxbll2MXRiYUIxajkzM3hXdlpsUGFXRk4wOTA2TEhWUWNKeWhZNlFVRjlqdEpxVzNFS2NCM2xnWEUwNU5ZZlFVcS9kclRYV0FIWjkwZmp6Tnprb05lcDNLUytzYWgweUloTitETjlaSlRMelZFVDdnTnlrT2F1ZjRzYnJHSHRFWWtKVHFDZGwzNnV3MGhtVEg0cXN6K2VpTi9FNGRYMFJFUkVSRVJFUkVJcCtHV1dpSHkyMXc1a1dER3VmejkxZFNYbXJkWENVMndkMjR2TEk4dENkcmRZVy9jVG82eHRtcDlydEtXM0ZXQmZXMmJScm5wVGVNSUhPMDNadlZOQ0Z2MTNFK2ZPMHcxWlYrZWxKaXFvZXBzOU1hNTRPTHlaSHdld2lPc2FyQ0QwMXVjbFpkNGNNVDVhbVAwMDdMMUlIUnpMckFHaWQzMVg4UFUxYlNmVDJpUlVSRVJFUkVSRVNrYjFNeHR3M1JNVTR1L054d01vWmE0NlA2YWdOODhMSjlkL2JneStIOS90RHFYUEM4MDlueWZlYmFhNytydU4xMm5JRW1jUVo4OXJ5amxUZ2IrT29DMUZRSGlJcnVXSWZ1dUVRM3NRbk4zMktGQjZzYWU5VjJSUG9RTHhkOWZqaFJYcXNZVzNLa2h2VkJReDFFd3U4aEpFWmY4eWNmRW1mOXpkRGNVUTR1dURZVGg5TmcvL1p5TnE4dXhodW5sQlVSRVJFUkVSRVJPVm1wTXRTS2pLRmVGbngyR0hHSlZvL0ttaW8vci85cmY4aXdCSUZBVUNIVUVWb29EQzRjMXRVMkw5NTFwUDJ1RWdpWU9PdmpjelNwd3pwY2RweStKbkYrdXFxSXZUbGxlR05jRE02S1pVaDJMQ01uSlpBMUlZRTMvN1dmL1R2S2FjdWswMU00Wlc1NnMrV1AvaUtIcWhiRzVHM0p1T25Kekwxc2NHT0JzeWkvbWxjZjNSY1NheVQ4SG9LTDZDMFZ6WnZGYWNENVYyV1NsQmJGOFdOMXZQdGNYcGZHSXlJaUlpSWlJaUlpa1VmRjNCYU1uSlRBZVZkbE5oYmRDZzVVOGRhL2N6bmU1TEw3bXFxZ1MvaGpReS9oRCs1QjJmVFMvNDYyMzFWcXF2eU40N1ZHeDdvb0s3R1A0NDIxNDZ4b0VtZHVjTEgyUFRobGJqcXpMaGlBd3dGblhqeXczV0x1aVRyem9vRWhReXZrckM5aCtjdUg4UHRDZTk5R3d1OGhKTWFZNW1rWC9IdW9MSzlqeHJ4MGhvK0xCeURuNDVMR1hzTU52Wk1iOXNrY0hVZHR0WitDQTZGakJZdUlpSWlJaUlpSVNQK2pZbTRUUTdKak9mL3FZUmoxUFZnM3JTcmlvemNPdHpnc1FQRE5zRklIaE40OEsyV0FmYk90b256N0psemh0TjlWU2dwckdvdTVLUU9pT1pKbkYvNkM0dzZPc3lXN054OXJITDgxS1RVS2g5Tm9ObXhEc05WdkZiRDZyWUpPeFR6em5JekdRcTdmWi9MK1N3ZGJ2ZWxhSlB3ZXlrcHFDZmhOSEU0RGw5c2dJY1ZEV2JFMS9tMWNraHQzbEJXSXI4N2tXRkV0NlVPOGpmdk9QRGVqeFRZemhucTU5SVlSRkJ5bzRvVS83KzZld0VWRVJFUkVSRVJFcE0vbzJPQ25Kd21IQTg1ZU5LU3h3TGRoZVNFclhtdTl3SmUzNTNqajlQQnhDWGpxeDVKMWV4eU1HSmZRdUc1ZlRsbW4ydStNaEJRUG1hUGlHb2NsQURnWUZPZllhVW1OMHdNeVk0aFB0b1lYcUtyd2NTU3ZFb0NZZUJmZTJPWTNDeHM2MHI0WldtMXRvTTFDN29sSVN2TXc0NXo2QXFZSmJ6Nnh2OVZDTGtURzc4RU13S0Y5bFkzcngweTFmdzlqcHRqVHVUdktNYnZuWlJVUkVSRVJFUkVSa1Fpbm5ybEJobVRIa1pEaWFaeVBUL1p3OXVJaHpiYmI4cjhpQ2c5Vms1OWJTVkZCTmFrRG9vbUtkckR3eGl4MmZsckt5RW1KUk1kWXhkRGNuY2NwUGxMVHFmYkRqeitXaFRkbVlUamdTRjRWei8vSjZxMjVmVU1wTTg3T3dPa3lHSndWeS9uWFpGSjRxSW9wWjloREdHeGNjYlN4aUppVUZzVWwxNDlnMzdZeUNnOVZFUWlZcEEveE1tcXlYWFRjdWJIMTR1cUpHanM5dVhGc1gxOWRnT3hKaVdSUFNteTIzWXJYRHVPckRVVE03MkhMbWlLR2pvd0ZZTWJaNmJnOERzeUF5YlE1OXUvaGt4WFdqZDNlZkNLM3hiYTljUzV1dkhzY0FQdTNsL1A2NC92RGprOTZ6cHhCZzdoNytuVE9HRGlRT0xlYkErWGx2TEJuRHo5ZXQ0N3l1dWJEZVV4SlRlWGUwMDdqck1HRGlYWTYyVlJVeEMvV3IrZWx2WHRQdU8wR0krTGplWFQrZkZibjUzUDM2dFVkZmk3aHhKWjcvZlZreHNXMTBBckUvL1d2SEc4anZtQU80SmFKRTdsdjlteFNIbm1FYXIrLzNYMUd4TWV6L2ZPZngrTndrUG5QZjVKWFVkR2hZMGtmNVlpR29UZkNvQ3NoWVNxNGs2Q3VCRXBXd2U1ZlFjbks1dnM0NDJEVVBkWSszdUhnUHc1Rkg4TE9lNkZzdzRtMzN5RHhWSmo4UjBpY0FhWC9nNVd6d250dU1ka3crZ2VRZGo1NDBxQzJBQXBlaFIxTG9mWkl5L3Q0QmtEMnQySEFwZFp6QTZnK0NEdC9EQWNmNy9peG93YkRoUHRnOERYVy9CdGVDTFQwLzg2QXpKdGcyRTBRUHdGTUU4by9oVDBQUVA1ellUMWRpV0RaNThMRUsySFFOSWhOQjE4TkZPYkFwMC9DMWhkYTNtZnl0VERsV2tnZGJiMXZDbk5nL1NPdzQ0MnVhUjhnTmdQTytUNk1YV2pOUHpBVy9HSGM4eUF4RTg3NEpndy9DN3pKVUhrVWRyOExIejBBVlVYMmRqZStCYWxqMm0vdmc1L0N1cjkyN05qT0tEajlxM0RhVjZ6cDUyK0FmUiswdkczbUdYRHFMVERvRkhCNTRWaXU5YnFzK3lzRU9uWVBDdW1EK210ZXVXT3M5L2FZaXlGaENOUld3c0Uxc09wQk9MTEYzbTcrdlREdCt2YmIyN01NWHZ4U3g0NnR2Skx1enF2MENURDFjNUE1Q3hLR0FnWWMydy9iWDRPMWZ3WmZLN1dEY042Ykxlbk52QUlZZHptYy9YL1dhN3Jtai9EaEwxdmVycVAvVjZWTHFKZ2JKRGtqS21SKzFPVG1CVVN3ZWs4V0hxb0dFOTU3NFNDWGZ6a0x0OGRCeGxCdjQ5aW1BTWVQMWZIQlN3YzczMzZZQmc2TGFleHRtakhVaTh0dDRLc3pPWDZzanBXdkgyYnVaWU1ianh0ODdMemR4OW00OG1oSVd5NjN3YWdwaVl5YTBqekdnZ09Wckg0clArejRPaW9sM1I0cXdlVnhNSDVHY292YnJmNXZQcjVhSXViM3NHZExHYnMrUGNhb0tZazRuQWFubkpVV3N0KzZaVWMwOW0wL2N0WElrVHg5d1FXVTF0YXlMQzhQdjJreVo5QWd2blBLS1N3WU5vd3puMytlQ3AvOVlYR0VOWURTQUFBZ0FFbEVRVlRXZ0FHOHQyZ1JCdkRxdm4zVUJRSmNscFhGaXhkZHhCZVhMZVBSbkp4T3R3MHdPQ2FHTzZaTlk4bmt5VVE3bmF6TzczZ09oeE1iUUZwME5BV1ZsYXc0ZkxoWlc3NE9kSUUzZ0lValJ2RERVMDlsZW5yem15aTI1U2VubjQ2bjZaMGVKWEtkL2pha3pBbGQ1a21IQVpkWkJjME4xOEdocCt4MTdoUTRZem5FVDdTWE9hSmc0Q0xJdUJqV1hBaEY3M1crZlF4SVBjY3FiZzYraGs1ZjRKUTRFMll0QTFlOHZTdzZFNGJmQmhtWFdJWGhtaWI1a3p3SFRuMFozRTMrSjhhT3RnclJIU25teG8ySHpDL0JzRnREajkwaUE2YjlDNFo4cmtrY3MySEdiTmorUGRqMXMvYVBLWkZ0OXJkaDF0ZERsM25jTUdTbTlSaDBDcno3L2REMUYvOE94bDhldXF4aCt4Vy9odjg5ZEdMdHA0eUNTVmRiSjlTZWxyODRiTmVBeVhEMVU2SDd4dytHYVYrd2lnRlBMb0tLd3M2MTNSWnZLa3o4akhXeW5aalovdlpUUHcvbi9RVHJQMk85MU5GdzFsMHc5SFRyWk56c3hySGFwSHYwMTd5S1RvUnJudzM5OHNNYkJhTVdRTlk1VmdIcndLb3dHKzNBSll2S0s0SHV6NnZoYytES3h3bDUzNEQxZmo5ekRJdzhENTYrS3JTZ0crNTdzeVc5bFZmT0tCaDlvZlYvY2NqTTlyZnZyZitySnpFVmM0TzRQZUdmbEJVZXJPSzVoM2N4ODl3QkRNMk9KY3JycExMY3g3NmNjdFl1SzZDNjB1NUoxcG4ydzVHenZvU3NDWWtrcFhuWXVQSW92am83U2Jlc0thYXN1SlpwWjZXVE1jU0wwMlZ3ckxpVzdSdEsrSFRsMFpBaEJvb09WN0Z1MlJGR2pFOGdOc0ZObE5kSlhZMmZvdnhxZG00c1pkdjZrbTc5LyticXg3K0h0NTg5d09IY0NzYlBTQ0VwTFFvellITDBjRFViUHpySzNxMWwzUnFYOUt3cHFhbjhlc01HbHE1ZDI5aWoxT3QwOHRMRkYzTkJaaWEzVHB6SWZSczNBdUEwRFA0NWZ6NHV3MkRlU3kveFVYMmhkV1o2T2g5ZGNRWDN6WjdOODd0M04vYTREYWR0Z0FmbXpHSEpwRW00SEE0K0xpeGtSaGdGMG5Cajh6cWRlRjB1WHRtM2oydmVlaXZzMTIxY1VoSnZYM1laUStQaXlEMStuTUtxS3RLOTN2WjNCR2FrcC9PNU1XUHdteVpPdzJoL0IrbjczTWxnK3F3Q2JOa21hMzd3VlZidld4d3c2UStRL3dJRTZuc05UZnlkWGNndDN3UUhIclVLdVNsbmdjTURVLzRHNzQ4RHM2NXo3Wi95QkF6KzdJazlKK1AvczNmZjhXMVY5Ly9IWDBmeXRtTW5qcDFoSjg3ZWU1SkFDQkFDaERMemhRQXB1NzlDS2F0QUtiTWpwWlEyUUtHRmhEU1UxVEpLMlh1UFFCZ0pDU0U3Wk8rOUhHZDR5dmYzeDVFdHlWT3k1Y2l5MzgvSFErVHE2dXJvU09qNFhuM3U1MzVPSEF4OTBSZE0zZmtXN1BzS09sOFBpVG4yMXVkK1dIaXA3em1KbldEa3V4RGpMUjIwN3l2WTlhNTlIMG5kb1RDSWt6TTVWOE9BbWNIM3MrUFBmSUhjNHIydzdtRkk3bTR6bVFGNjNnUGJYNFhESzROdlU2SlBndmVFOTY1bHNIVytYZTUyc2pjakNmc2piZG5Mc0dPeHZkLy9RdDhQNC96OThQMlQwS29UOUp0azF4MTNpODEyMnIrdWJ1MFBuQXluL0tWKzc4a1ZDMmRPOC8zZ1hQc3hiSjBIZ3krM0dVK3AyVEQyTG5qL1p2djRpamNocFczVmJmVy9BR0lTYkNiZm1vOXJmdDNXUGVDeTkrenJCNk5WVnhqM1I4RFl3TklQejBEUllSaCtOY1RFUTVjVDdlZTY5SC9CdFNlTlIxTWNWd0FuVGZFRm5QYjhDRXRmZ2U2blFvZVI0STZEMDZiQ1UrUHNlTmxjdzlWaG5jZEN5ODUyZWRVSE5iK214cFdVYWVoeEZkOENNSEJ3RzJ5Y0RRVjV2aUF4MkdEbWtNdGczdVAyZnFqZnplcEVZbHdCWERYYlp1b0hJOVQ5cW9TRmdybCt2cCsxbSs5bmhYNjJJSGRQRVorOHRMbkIyaSt6ZmtVZU0zNjd0TnJIRCtlVjhNcGphNnA5ZlBPYVEyeGVjNmpheDhzVUZwUXk3N05kelB1c21zczhHOWpiVDFlK2JEc1lVZkgvd1lHbGMvYXhkTTYrT3IxMi9xR1NHbDliR285SEZpOW1kMEZnWm5lK3g4Tzk4K2R6YXNlT0hOZStmWG5BOWRTT0hlblpzaVgvL3ZISDhtQXB3UHpkdS9udjZ0VmMxcXNYWjNYdXpBdXJWNGZjTmtEZlZxMll0VzBiOTh5YlI5dWtKRjQrN2JTZzMwZW9mY3Z3Qmw1MzU5Y3R5endqTVpGNHQ1cy96cHZIZ3dzWE11ZTg4NElLNXJxTjRmRVRUMlRsL3Yxc09uU0lVenZXOGV5M05DNzd2NEw1RStISWF0KzZiZitGWTd3bkNtTFRJWFVvNUg0TENkbVFmYkZkN3prTWMwNnhwUXMyellSeDZ5Q3VqUzF0a0RFZWRyOGZldnZnQzZiaVFPNTMwUEtZME45VCsvTWdxWnRkenAwSDg4KzE3ZTM5SE1iTXMrdXpMb1NsMTBQSkFYdS83OTk4cjczcTk3YXNRcWhpZkRYa3laMERMV3NwQzlIdE50L3l3aXRnMXp0Mk9TN1RaZzhidHczNC9uaDc2SDJSNkhGd083eHlxZjNoV3VhYmgrR3FyM3cvMm5MRytINGNqL3lGYjdzUGZtMHY1UVNibmRSMW5QM2VETGdBdnZ4cjNkcjN6L2padmdEYUR3MzlQZlU4SFZwNnk1VHNXQVJ2WEdXWE4zMExsN3h0bDN1ZkNaLytIb29PQm1abStldCttdTl5MWlVdlF1NkdtbDgzSnNIM28vN0Fab2hOZ0tRYVRxNE8vem00dkQvVnZuL1NsbkVBS015REUrNjJ5NE1tSytnVWpacml1RXBwQzMzUHRjdkZSK0RsUyt3bDFvdWV0MEdocEF4SXk3SFpqZXRud2FyMzdLMnFkdnA3ZzJsN1Y4R3lXa3I2YUZ4Sm1ZWWVWeVdGOE5rVVdQZ3NPSDZsM3lhL0NsbkRmTzJYQlhORC9XNVdKVkxqQ255ZldmRmhPTEFGTW5wVnYyMm8rMVVKQzEyTEtpTFNBQ29HVzhzY0tDb0NvTkN2L3V1RW5Cd0EzdHBRK1lmZyt4dHRYZVRqczdMcTFEYkF4UGZmNTVTMzNtSjJGV1VQYWhOcTN6SVNiSm1VWFhVTTVzN2Z0WXYyenp6RGxIbnpncTZ0QzNEVG9FRU16Y3praHRtektRN25iSVlTV1V1dUNReTBncTFQNnkvRzFpS256Wm1VWC9xMit3TWJ5QVViMk4zNWptLzdqSEYxYXgvZzRESlk5emY0b2grcytXdEliNlZjMjdOOXkxdi9RL21sYmdmbXd4RnY5b2VKOVpWL1NNaUd0dDREK1FQZncrcDc2L2E2aGR0aDg5TXc5eFNZZTNyTjJ5YjNnbVJ2RmtqUkh0amw5OE5nbTk4UFhQL1BVcHFtNzJZRS9qQUdLTWlGWEwrYS9iRko5dDlXWGUwTklIOGZyUE1yYWJMeWJkOXl4MlByMWo3QTRWMnc5Q1Y0K1dKNDlZclEzdy9ZUzJITExIdlZ0N3h6aWEyYkNmWUhlRTJYbGJwaVlPd2Rkcm1rd05ZdHJFMUpQcXo1RU42L3hXWlIxWGE1cVg4L2w3N3NXMTdwOS9lczNhREF6MGVpUTFNY1YxMVBwbndmdlA0TEczQUMrNzFmOTJuVi9hekttTnRzRFZ1QXIvNUdyWmVEYTF4Sm1ZWWVWK3MrczVuY1RvVTVQTGI3emNmZy83MEo5YnRabFVpTks3Q2xHNzc4Qy94ckRHeXFZUTRKQ005K1ZVS216RndSa2FQbytQYnRBVmkyejVlZDNTODlIWUFsZXlzWGh2OHgxMDQyMkNPdDZ0ck90YlVOVktxZkc0cFErOWJhRzh3OXZWTW5PcWFrY0xDNG1LVjc5L0xhdW5Ya2VvUE5OUWxta3JPS2VxU2w4Y2NSSTNoNTdWbysyYktGbXdZTkNya05pU0twRmY3L0hsNVRlZjJCaFlIYkhQUzdvaUc1aHN5Q210cUh3Q3pVMnRvSnB2MnErcG5VMWEvOWR5SHpOSnNkQXJhc1FlZnJvUE1Oa05qWlRuNjIrVWx2WUxtV3NiUDFlWHNEaUdsWjg3YitmY3hiQlBpZElBbmxzNVNtS1NZUld1YjQ3cGRscEdiMjhhM2J2WUtBSDR0N1Z2bVcwN3ZXclgyd0pROVd2R21YNDFPcGs4eStmdjFjSHZqWW5wVTJ5d2tndlJ1cy81d3FEYjRNV25XeHk0dWV0OEd3MnV4ZEEyLytvdmJ0d0dhR2xWM2U2aW1Ddlg0bm5RNXV0NWxOY2Q1TGZsdDFDWndBUjZKVDFJOHIvMzVXK0Q0RzI4ODIvV3g5VWJEZjZUVWYxdjY2R2xkU2s0WWVWeEM0VC9FZlY2RjhONnR0TzBMakN1RDEveGZjZGhDZS9hcUVUTUZjRVpHanBIMVNFbmNORzBaUmFXbkFwR0ZaeVRiemIrZVJJNVdlczh1N3JsVjhmS1hIZ21tN3ZrTHRXMWxtN3FpMmJSblYxbGRqOEtFeFk3anNrMCtxelBDdGoxaVhpeGRPT1lYaTBsSnUrZXFyc0xZdGpaQXJDZnI4elhkLy85ZVE3LzFPSldUNzFsZXNJVnZrbHcwUjE3cHU3WWRMcVAxTUhleGJselVKVW9mNDdpZDFnVjczUWtJSFdQckxvOS9IbUJZMmk5Z0pQb3RlbW9BVDd2UUdQTERCajdYZVdyRXQydm0ycVppQmRNVHZoR0JjaXMxc3JXN0crT3JhRDVjV2Z2VnZLL1hUNzJSb1lqVW5QY3BtSlFjYkVKb1hRaTNxWVBsL2x2bjdxSlJGZFdTZjd6TktySHFpWUlreVVUK3VndXhuVGQvWFkyK21QQXR4enFOaDYxbzVqYXZtcDZISFZjK2ZRSTVmVnV6eTErdmZaMy9STUs2Zy92dFZxUk1GYzBWRWdPemtaQkpqQXY4a0ZuazhiRHBVZTUzcFlQUnAxWXEzZnZJVHNwS1QrY1dzV1d3OWZMajhzU1R2NjFhVmxWcTJMdDd0cmxQYjlSVnEzOTdlc0lHMGYvMkxJeVVsSk1iRTBDTXRqZXNIRHVUSzNyMTVlY0lFQnIzNFlubEdiempjTTNJa3c5dTA0WkpQUG1GTEdOKzNORUp4bVREc1ZXZzV3dDczSElZbGZnRk10MTg1aExJSnk4cnYrMldGdTZvNU1WSmIrK0VTYWovai9DYWZTQjBDMjErMlpRL1N4MExISyszNlR0ZkFoa2ZoVUlWc2lJYnVZMWsvUFFybU5ocnRoMVJlZDNnUDVOVStwMEN0akJ0TytyMnZUaXpBNTMrQ0FtOXQ1MWkvK3VhZUN0K2JpdDhSZDF6bEg4ZTF0Ujh1L3BmQmVpcDhuLzN2dTZ2NVc5SHZQRnVuRU95bDJjRms1WVlxNExPczRxb1cvOC9USFJmKzE1ZEFyWHNFMXBVRlcxNWo5NHI2dDkwc3hsVVEzOWYwYm5heUtyQi9yMVlIbVQwWUNvMnJ4aVdheHhYWWZjRXA5L251TDMrdDluSUVvWXFHY1FYMTM2OUtuU2lZS3lJQy9PL1VVem5PVzZhZ3pNcmNYSHEvOEVLOTI3NjhWeSttangyTDIrWGlpazgvNWQ4ckEyZC9ML0hXZUkxeHVTaXFVTzgxemhzb1BWSk5xWVRhMnE2dlVQdm1YOUxoWUhFeEMvYnM0V2VmZlVheHg4UFYvZnB4VGYvKzNCU21ETnB6dW5UaDlxRkRlVzdWS3A1ZnRhcjJKMGowYW5rTURIc1pFcndUMnhYdmgzbG53OEVsdm0zOHMwTXJ6aHpzOGp2STlWUnhnaWFZOXNQRktmYVZUUWltbi83QjUzMnpZY0VGZG5uTE01RFlBVEpPc2ZmYm5CNitZRzZ3bnlVT2VDcG43VXVFdU9QaHAxVmtCUzE2SGo2NXUzNXRKMlhDV2RPZ2czZlNQOGNEbjk5ajYyeVc4Zmp0cHlwK2I5eis5eDBvcmxCWFBaajJ3OFZUQWpGbFk3RENUeUgvSDhURlZaMGdOSFlDcFRLTG5ndDc5NEFLbjJVVlA5ZjhQODlpamNFR2Q5cjlsVStVN0ZzTFQ1OWN2M2FiMUxpcVliOFI4SDJ0NXNUNzhLc3B6eDVjL0NKQjFmUU1sY1pWNHhLdDQ4b1ZDeWYrRm9aYzdsdTM0azM0OERiQ0xockdGZFJ6dnlwMXBXQ3VpQWp3MjdsenlVaE1ERmlYRjBTTjE1ckVHTU9NRTA3ZzUzMzdzbVR2WGk3KytHT1dWS2huQzdDLzBKNFJUbytQcnhTMExTdGJVTEhNUWJCdDExZGQrbGFWZjY5Y3lkWDkrakhBVzRPM3Z2cTJhc1d6NDhmejQvNzlYRE5yVmxqYWxFYXEvU1FZL0p3dmlKZzdGeFpjQ1BrYkE3Y3IzdTlianNzSWZNdy91N1dnd2tTQXdiWWZMc1g3SWI2OXI1OWxrNTVWMTgrU1BOKzZQWDZUWFFEcy84WVh6UFV2alJDT1BwYjNxWWJQc25BbkFmVjBwV2xxM1IzT2Y5N09oZzAyRS9YZEcySHpuTUR0Q3YweS9TcGU4cG5rVjk3azhCNENmbEFHMjM2NEZCNkFHTy8zT0RIZHpqSmVWVDhQVlpGeDIrazQzNlE1KzlmRHRnVU4xOGN5VlYwK1cxcy9wZkZyaXVPcTJuNzY3VWVxK3I3R0prTWY3MFNmT0xEc2xiQjNEOUM0YWc0YWVsekZwY0RFSjMyQllrOFJmSEdmblJpdElVVER1SUw2N1ZlbHpoVE1GUkVCWm0zYkZ0YjJYTUJMcDUzR3hLNWRlV3pwVW03NTZpc0tTNnNPZXF6S3pXVjRtemIwYWRXcVVxbUEzcTNzanR0L1VyTlEycTZ2VVB0V25ZUGV3SGk0emdmZk1IQWdMV0pqNmRPcUZZZXV2cnJLYlRaZmJzK1lUM3ovZmQ1WXZ6NU1yeXhIVmV0eE1PUy92a3pXRFkvQzhsOVhYYVAxa0YrdDZCWURBaDlMOWJ1ZnQ3aHU3WWZMb1I5OXdkd1dBeUQzdTVyN2VkZ3YyejZtd3NRMC9sbTdKZUVwQ1ZQZXh6TEJmcFlTZVo1QytGdm44TGFabEFtVFh2Qk5HclJsRHJ4OXZXOUdiWC83MXZxV00zb0hQcGJwZDkvL0V0cFEyZytYZld0OHI1ZlJHM1lzOHV1bjM2Uit1NnVvUDkvN0xOL3lxbmNicG44QXVadHNrTUFkWnlmd1Njdnh6UWllbXUyN05Ma2tQM0RDSFdrWUwwd01iM3ROY2x6VjFNOWF4bFdQVXlIR3V6L2J0Z0FPN1F4Ly8wRGpxckdKdG5HRmdYTm0rZ0s1QjdmQlc5ZkFqZ1k4Rm9xR2NRWDEyNjlLbmJraTNRRVJrYWJveG9FRG1kaTFLL2ZPbjg5MVgzNVpZN0MxTEpCOFJ1ZktQOEpQejdHemY3Ni9hVk9kMnE2dlVQdFduUk96YmRaZ01JSGZvUHExZFN2VGx5eXA4cmJoNEVFQW52bnhSNll2V2NLNnZMeGFXcE5HeWNUQ3dILzVBcTFycDhLeUc2c1B0Tzc1ekxmYzVreUk4VTZ5NEc0QmJmMENNTHZlcmx2N2RaSFVEVEpQQTFkQzFmM012c1MzM0hJMEpIckhXZEV1WDVCM3p5ZStiZHFmNTJ2THhFRGJjM3lQK1FlRlc0NkVWbVBxM3UvYzczeGxIaEk2UVBvSnZzZXlmdXBiTHZzc3BlazY0YTdBSDhhdlhGWjlRR2o3SXQ4bGxDM2ErMzd3QXZUMis2NnU5ZnRPaDlKK1hTUzBoTTRuQkdZd2Jmckd0OXozWE45eSs2R1E2aTIxY21RUDdGZ1kySllyRnJwUDhOM2Y4R1gxcjV1V0E1M0gxcjArb09PQnJmUDgrdWtYOVBEL0xOZk5Ba2ZaOFZHbnFZK3JiaWREdlBma1kyd3lkQjFmZFQvTDlEN2J0N3poaStwZlYrTkthdExRNDZyL0JaQnpuRjNPM3d2L1BTKzhnVnhYREhRYVkrdmNsb21HY1ZXeG42SHNWNlZlbEprckl0SUFiaGc0a0VLUGh6L05uMS9ydGkrdldjUDlvMGR6VmQrK1BMRjhPVXU5QWMvaG1abGMwcXNYQy9mczRVdS96T0ZRMmc2RkFTN3YzWnYxZVhsODRYMjlVUHQyVW5ZMlAremVUYTVmaVlyUmJkdnlwMk9Pb2RSeGVIS0Y3d3gzV2x3Y2wvWHF4WHNiTjdJMnhJRHIvOWFzNFg5cjFsVDVXT2ZVVkRxM2FNSHY1czdWcEdqUkxHTWNKSFgxM1UvcUFnT2ZxTHpkeGhsdzRIdGJjdURnRXB0Skd0c1NqdmtJdHYzWGxsR0k5VjdpdGZzRE9MaTBidTJIcXZYSmNNeUhObGljT3crK0htblhiL2szOUxqYkJtVmJud2hEWG9TOEJkRDVSdDl6MXowRWVDY2R6UDBPOW44THJVWkRZaWNZUFF0MnZBNlpFeUNsajkzbThDcjczZ0I2L0FGNlR2RzI4eUNzK0Uzb2ZTOHRnTTMvaHM3WDJmdERYNFQxZjdlZmJlYXBkbDNSTHJ1Tk5GMnh5ZERyREw4VkxqajVUNVczMi9RTi9QaW16UXhlOXFwdndwa3pwOEgzVDlvc3A4NWo3Ym9qZSt3MmRXay9WSW5wY09YSGtOZ2FDdlBnbVZOc1p0S3lWK0dZRzJ6R1VzZlJjT2Fqc0hNcERMM1M5OXo1VDFRTzVtUU5oWVEwdSt4NFlFYzFOYlZ6am9Yem43VmpmOGNpZVA2Y3FyZXJ6YUxuZklHRFVkZmJDWHRLUzd3MUVNdjYrWGpkMnBiSWFhcmphdXYzc09kSG01VVhuMnJId0k5dlFjOHpmSmVIcjU4RmV5dk1jZUNPczJPbXpQWkZWRW5qU21yUzBPTUtZT0NGdnVYQ2d6RDZwc3J0SDlvQjN6eGN0L2R3L3JOMm4rU1V3aHRYd2JwUG8yZGMxWFcvS3ZXaVlLNklTSmkxaUkybGEyb3FoNHVMZWVtMDA2cmQ3cm92djJUcjRjUGtGaFZ4NCt6Wi9HZjhlT2FjZHg1dmJkaUF5eGpPN3R5WklvK0hLei83ckx3OFFhaHRoMkpDVGc1UGp4dEhvY2REK3BOUGNxU2tKS1MrQVZ6WXZUdnZuSEVHczdadVpYZCtQdDNTMHNvbmx2dlY3TmtzM3J1M2ZOdTdoZzNqdGlGRHVLQjdkNDUvdllwSmU2UjVTK2tiZUwvOUJWVnZ0K3NEYjdDMUZCYjlERVovRHU0VWFEbkMzc29VYklIRmZqL1dRbTQvUk9uSCtySitXNDRBVnhLVUhvR0N6YkRzWmhnd3d6NldkYUc5bGRuemlUZVk2MmZSbFhEc1Y3WitiY3RqN0sxTThWNzQvZ0p3dkRXdFc0LzE2OE5ZNm16VjcyekFPNlVQeExlRDNuLzFQZVlVd3crWGd1ZGczZHVYeHE5VjU4Q0pTenFNdExlS1BJVytvTkJYRDBMSFkyM2R3dVJNR0h1SGI3dlNZbmp2Wmw4MlZGM2FEMFY2Tnh0d0F2c2pPTE9QRFRvZDNBNno3b0h4ZjdhUDlUckwzc3BzL0FxK3IrTEVUdlp3My9LZVZmWlM3S3BrRGZPTi9YYURJQ2JCenRBZXFsWHYyeC90dmMrMldjRWpyZ2w4L051L3cvWWZRbTlYSXF1cGppc2MrT0EzY09HTE5yRFdicEM5bFRtNEhUNitzM0o3YmZzSFpnUldsN21uY1NVMWFlaHhCZEM2aDIrNVpXZDdxMmp2cWpvR2M0MXZIMk5jMEdHRURlWkd5N2lxNjM1VjZrWEJYQkdSTUV1TnN3Y1R5Ykd4bk5PbFM3WGIzZkh0dCtYTHo2NWFSVzVSRVhjUEc4YTVYYnFRNy9Idy9xWk4zRDFuRGovbTV0YXI3V0N0MkwrZmJZY1BzekkzbDN5L3ljNkM3UnZBT3hzMk1EZ2pnK096c2tpS2lXRmZRUUZ2clYvUDN4WXVaUGIyd0ltbnZ0MnhnNFBGeGN6YXVqWGt2a296NEU0Ty9Ua0g1c1BzNGREekQ3WWVibXdyS053Qk85K0cxWCtFb3QzMWF6OFVtNStHdHVkQ1NrOVk5N0FONUpiWjlFL0lYdzlkZndNdGg5dmF0NGZYd3RiLzJHMHJsbm80dkJKbUQ3RVp0NWtUSUw0TkZPNkczZS9EcW51Z3dLL1V5WnEvUUhJdlc0Wmh6WDExNzMveGZ2aDZOUFQ0SGJTYmFNc3RsT1RCdmkvdGF4NnNKc3REbW83WXhOcTNxYWd3ejlaQkhIMGo5RGdOVXRwQjBTSFk4aDE4KzQvQStvTjFhVDhVMnhiWXVyWmRUN2JaV0p2ODlvdUxucmNUdEl6NEJiUWRZSC8wSHRob3M0dStmOUptNmxXVU5kUzN2S09HNy8vU2w2SDdhWkRlQmVZL1diY2Z4bVhlL1JWc25ROERMb1QwcmxEcWdWM0xZY0ZUc1BxRHVyY3JrZE9VeDlYT0pmRHNXWERzcjJ6R1gzd2FITjV0ZzFMZi9CM3lxeWkxbFRYTXQ1eTdBUW9PVk40R05LNmtaZzA5cmdCaWs4TFQxeW81OE5VRE1PcEd5TnNLaTEvMFBSUXQ0Nm91KzFXcEZ4UHBEbFEwNDY0bGYzQU1VeUxkRHhHcDJweUVIZnduZlZYdEc0cEkyUDJoNVh0TVNXdkFTWGRFcExKOUxXQlhlcVI3SWRKME9BN2cyQXcwRVFrUGpTdVI4SE84MTZBYUF6amY0U285M2R5eUpUeVR3TlNUUnJxSWlJaUlpSWlJaUloSUZGQXdWMFJFUkVSRVJFUkVSQ1FLS0pncklpSWlJaUlpSWlJaUVnVVV6QlVSRVJFUkVSRVJFUkdKQWdybWlvaUlpSWlJaUlpSWlFUUJCWE5GUkVSRVJFUkVSRVJFb2tCTXBEc2dJaUlpUVhBY2V4T1J5TkVZRkFrL2pTdVI4Tk80RW1uU0ZNd1ZrZENZU0hkQVJFUWtRb3gyZ2lKaHAzRWxFbjRhVnlKTldtTXNzM0FJaCtKSWQwSkVxdWJDaGRHSlhwR2p6eGdLaWNYVEtIZmRJazJZdTlUQmxIb2kzUTJScGtjSGxDTGhwM0VsMGtEMmszZWtKTktkS05Qb01uTkxQTTVITHBjWllhQmZwUHNpSXBXMUxVcU03MTZZMm41bmJFRnNvU25KSzNTVkhvNTBuMFNhaTBXRjJRbnJpMXUzNmg2N096N1NmUkZwTmhJTGRwTllPSWNqaWFXUjdvcElrK0U0aVJpeWNEaUVNVHNqM1IyUkprSGpTcVNCT0FkeHpQOWczNkZJOTZTTWN1OUZKRFNUSnJrNTdyZ01ZbU5iUkxvcklzMU5hc2xoYzN6U2hwaUxrNy9jTnpsemFVR2sreVBTTEJ5aGxFOG9vcldPbTBYQzZnQ0dOS1VSaW9TVnhwVklReWhsQ3NWR3FlOG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TE5sNGwwQjZUNW1UTEZjV1VXTEJ0bVhFNmJRZ29YM0h6ZjhPMlI3cE9JaUlpSWlJaUlpRWhqNTRwMEI2VDV5U2hlTVFaWDZiTVlYb3NuL25lUDNiRzRWYVQ3SkNJaUlpSWlJaUlpMHRncG1DdEgxYlE3VjdRMmp1ZFdnK2tKeERsd0dZWVRJdDB2RVJFUkVSRVJFUkdSeGs3QlhEbktpaTQxaHRNd3RzU0hNU1E3TGg2YWNjZUt6cEh1bVlpSWlJaUlpSWlJU0dPbW1ybHkxRHgyNTZMamNibGVBeklBSFB5K2dBNmZGK1M3enIvbDRYNzdJdFUva1daaHloUVhtWm5EOEhqYTRQRXM0T2FiVmJOYVJFU2ltak1GRnlrZGgrRzQybEIwZUlHNWU0LzJiU0wxcEhFbEVuNGFWeEl1eXN5Vm8rTGh1NWEzeCtWNm12SkFybU9qdVk0RGdHT2M0MlBqUzM0WndTNktOQThaR1dPQVozRzVYaU0yOW5jODlwaHFWb3MwTUdjS0x1Y3RSamp2Y0liekt1MGozUitSSmllbDR4Z2MxN01ZWGlNdStYZk9YM0swYnhPcEw0MHJrZkRUdUpJd1VUQlhHdHlVS3o1UGlITktic0loQndESHdUZ0dZOEF4TnJCck1ERXVsK3VLNmJjdk9UYkMzUlZwdXFaTmF3M2NDdlRFbURqZ01qd2UxYXdXYVdnakdJUGhXZUExNHZtZDh3NDZjQmNKRStlKzdOWTQ1bGFNMHhPSXd6aVhFZXRvM3laU0R4cFhJdUduY1NYaHBHQ3VOTGpNZGhsampjdGNpaUhXd2NFeCtOVlhNRFpERnpDRzdyaTVOVUxkRkdrT0xnVk9vMndFR3BPTU1ROHhZNFpxVm9zMEVPYzFXbFBLclJqc2dUdGNocU9KUDBYQ0p0WjlLWmpUd0hpUExrMHlqbm5JK1VzNzdkdEU2a3JqU2lUOE5LNGtqQlRNbFlabm5QdkFlMW1wQS82bG1nUGl1bmI1ekdsM0xycnBLUFpPcEhsNDVKSGpNZVp1YjBadWVZa1RqT2xDYWVsVFBQUlFlZ1I3SjlKMHhWVTRpUUxKd0VQTysrakFYYVNlblBzN0hvL2hiZ3h4QVE4WTA0WFl1S2VjaDFLMWJ4TUprY2FWU1BocFhFbTRLWmdyRFdibTFmTmpwOSsxOUNIak1zUEFXMDdCbU1xejdobURZNnZvZ2lIVzVYSTkvTmpkaTBhaENmcEV3dVBoaDlzVEUxTmVzN29TeHptZTJGalZyQllKTStjZGpvZXFEdHpwZ29lbm5BL1FnYnRJSFRsL3ptaVB5endOeHU3YkhMK2J2WDg4bmpUdDIwUkNvSEVsRW40YVY5SVFGTXlWQmpGbGl1TXF5VWlZRE02MVVQWjNxdnJZckNFd3lPczRadXFqdHk1UzFwSklmVTJaa2tCYzNFMDRUazdBZW1QOGwyTnd1YTVnK25UVnJCWUpFKzlFWjlXZlJJSGpLVUlIN2lKMTRFd2hnZmlrbThDVXo4Y0FEaGp2dnc1MjMyYk1GYzVmczdSdkV3bUN4cFZJK0dsY1NVTlJNRmNhUk92Q0pUMk5jVzQwdGo1Z3BYSUtWWEVjQjhjcEMvdWEwYTQ0YzhsTGsxNXlOM0JYUlpxMjlQU3gyRnE1c2JWczJSM0hVYzFxa1RCd25pYUJPRzRDY21yWUxBYkRGYzQ3Nk1CZEpGUkpIWDM3dHJMTUpsUDJuNEFDWHQxeHU3VnZFd21HeHBWSStHbGNTUU5STUZmQ2J0S2tsOXd1WTY0QmhtRXcva0hhbWhoai9HcUJFMnN3TisvcFBXQnd3L1pXcElsenUzMDFxMnRqekpsTW02YWExU0wxbFE4RXI2d0FBQ0FBU1VSQlZNRllUQkFuVVF6ZGNUVHhwMGpJakxrUGpOKyt6ZTlIc1FIZnRhdUFjWjNwUEpDamZadEliVFN1Uk1KUDQwb2FpR3FTU3RnOWV1ZmljMTJHNTR3eHlYVjV2dVBZMnJyMkR2T2M0dnl6cjN0ZzVJNXc5bEdreVpzNU01YVNrcW5BemJWdTY1c016ZjdyOFl6bXhodm5FbkIwSVNMQmN0NWhQakFzcUkwTnhYaTR6WnpOM3h1MlZ5TFJ6NWxKTEFjN1RnV1gzYmM1ZUM5VnJlSW5UY1hWbnBMUjNMNTFydEcrVFNTQXhwVkkrR2xjU1VOVFpxNkUxY3pmTHVubU1qeGVGc2dOSmlPM011UDdxMlVZWVdJVGZqdno2dm0xWFNJdUltV21USEZSVWpJWnVCYXd3ZHBReHFMTE5aVkhIMVhOYXBFUU9UT0pkZDdoSVlJTjVBSTR4T0xpWWVjdFJqazZ5UzVTTFdjS0xnN2tUQWJYdFlHUFZETnN5dW9SbG5HNXAvSkFXKzNiUlB4b1hJbUVuOGFWSEEwSzVrcllUTDN0eHhhZVV1NDF4bVNXclRNbTlOK2x4bUJyZ1pmWGxER1RpelBpSjRLakg3a2l3V2pkdWlkd0k5NmExYlh5TDNGaTc0L0c1YnFFbDFTeldpUll6aFJjWk9FN2lSSXFGMU41Q3gyNGkxUW5McXNuTG00RXg3dHZLNXRBcGpibFY1K01ocmhMbkVsbzN5WlNSdU5LSlB3MHJ1UW9VREJYd21MS0ZNZVY2aTYrQkRnRFFrOEVyRVc2QzM3OTZKU1Z3ZFg5RkduT0prMXlBN1ptTlJnY3AzS3d0anErUVJzTDNNejI3YXBaTFJLc1lmVEVoSEFTQmV3eHUyOWZPUm9YbHpndjZjQmRwQ0puRW03aVlxNEJNOHp1MEFKbWthbEdwZWwzWThIY3pERTUycmVKb0hFbDBoQTBydVJvVVRCWHdpS3RhRVhiVXVQY2lhRkZPTnFyR0h0eURNUGR4Y1gzaHFOdGtTWnQ3Tml6TU9ibmRYcHVZTUMzRlRFeE03ai8vblpoNlpkSUUrWU53UHFkUkNHNEttZUJ4KzcySkVvU09uQVhxZWlZam1maFVHSGZGc29GVytYWlRxMkFHYzc5bWRxM2lXaGNpWVNmeHBVY0pRcm1TcjA5Y3NQcStIaFQ4cHd4cGlNUVVpSmdiY3JuWmJMZjFTdW4zYkZrSXFvcEtGSzFSeDdwaGpHUDR6LzVZRjBHb2k5RGR3UkpTYjlsNWt6VnJCYXBTU0puWWZ3TzNDc2xXTlRDRi9odGhjTU01eVYwNEM3aTVkemZwaHVPeTIvZkZ1cWxYeFVIb3htQksrRzN6a3kwYjVObVMrTktKUHcwcnVSb1VqQlg2bVhTcEpmYzdoYUYxNElaMXhEdFY0eERHVGYzL2ZQT1pYMGE0clZFb3RyVXFTMXd1ZTZsckdaMWZXcWRCQTY4eVJRWDZ5U0tTRFdjOStpRzRYSEFIcmpYdDhTUVlRU0o2TUJkQkhDbVpyVEFKTjZMd1RzZlF6Q1hxMWJGVk5ndm1zbms1VXpVcElQU0hHbGNpWVNmeHBVY2JRcm1TcjJNN2Q1M0ZLYjBCcUQ4ajA0NE1uS3I1M1QzR09jM00yOWZtOWFRcnlJU1ZhWk1jWkdjZkFuR25GRytycjdwOFdVSEVjYWtBNy9tMFVkVnMxcWtBdWROV3VEaFh2QWV1TmMxa091ZCtOUHZ1SDh5N2RHQnV6UnJ6aFJjeENSZWdySHpNZGo5VXJoYU4ra1lmczNVanRxM1NiT2ljU1VTZmhwWEVna0s1a3FkUFR6bGg1WnVsM09Id1hTeGY2ekNWRnVoS2c0MlVJeUpNY2E1cUpqREp6Yk1DNGxFb2JTMHRzQ2Q0SzFaSGNiWkI3MkdZNHhxVm92NGNhYmd3bzNmZ2J2M2dmcnVCbTA3OXNEOVRYVGdMczFYV3FlMk9NYTNieXRYeDBGbWpQZXA1ZnZJNGJoZDJyZEo4Nkp4SlJKK0dsY1NBUXJtU3AwbEZNZGNCcHhxNzRVOWVCUW84TzlnZ29reEQwKy9ZMW4zaG4xUmtTand5Q1B4eE1ZK2g3ZG1OUkNla3lwbG1iMDJPOWVGTVZjeWJacktMWWlVR1VCYkhLbzRjSytqeWlOck9DNTA0QzdOa3ZNSThaUTR6NEYzMytaNDg5VHJ2WC96bTFnYzR3S3VkQjdvb0N4NGFSWTBya1RDVCtOS0lrWEJYS21UeCs1WVBMNFUvZ1RFMlRXbTRmK3NHTjhmTkFOZGpLdDAydlJybDZVMDhLdUtORjZUSnJseHU2L0ZlR3RXaHo4anQ2TDdlT1FSMWF5V1pzOTVqM2ppZUE2RDk4Q2QwQ2M5cTByWjgyMTdMZ3hYT20rcjNJSTBMODRrM0JSMTlPM2J5b1ZwR0ppeXVpWmw5OTMzOFdDTzltM1NwR2xjaVlTZnhwVkVrb0s1RXJLWnYxNlo0YmpNZlFaU3krdkJITTJmbVU1NVJQY0UwanlUd2RHUFhHbWV4bzRkaGVQYzBLQ3ZFWGhXdVR0dTkyK1lPVk0xcTZYWmNsN0NUUW5YWXZDZVJBbnpDMVNheUpqN2VBOGR1RXZ6TVNKbkZJN3h6c2RBMlJVaURmQkMzc0hyT04yQjN6aC9iYVY5bXpSZEdsY2k0YWR4SlJHa1lLNkVaT2JWODJOTDRvdXVONFlCRWVtQUFjY1lIUHNITFFHWHVlSFIyNWYwajBoZlJDTHA0WWRiWXN3ZEdOT2xmRjNEemo0SXhzUUFGMUZjckpyVjBuekZNd3BENEVtVWNBKzl3UGE2VThwdm5JL1JnYnMwZWM3RExWdml3dTdiSElDR3lrczMvais4WTNETVJiZ1R0VytUSmtualNpVDhOSzRrMGhUTWxaQVV0NDRkaXVFYUlNSEJzVG14a2NpTDlaVmJHT0J5bTNzaTBBT1J5SXFOOWF0WmZWUWxBQTh6ZmJwcVZrdXo0N3lPOThBZGUrRGVrRmVtbExVUDlpUktFVHB3bDZhdk5PVXlIRk5oUG9ZR0dtUW1ZRGtCRS9PdzgxQUg3ZHVrNmRHNEVnay9qU3VKTUFWekpUVEc5WlNCdGdER0FST0JTSzZ0Sis1N1hXTTRkOXFkaTI0NjZoMFJpWlJISGhrUC9BbGo0aUx5K3NaMHdYR21NWDI2YWxaTDh4TEgwVHVKRW5peU5BR0hoNTAzMFlHN05Gbk9BMW5qY2R4L3d1RGJ0elhvWWFaM3ZnZmZCRE5kS0hWTmM2WmthdDhtVFliR2xVajRhVnhKWTZCZ3JnVGxrUnRXeDArL2M4a0RMa05md0pZNWFPaEx1bXZoT0U1NS9WeVh5M1gzakx1WGpZeG9oMFNPaHBrek0zQzc3OE9ZMUlqMnc1Z1Q4SGdtbzRtWnBKbHczbUU4RHI0RDk2TjFaWXF2Sm04WFhFeHpYa0lIN3RMa09BOW1aV0JpN2dOU0Erc09OdmpzdWpZN29XdytCc2VjUUhMaVpFMDZLRTJCeHBWSStEa1BwYVpyWEVsam9QL3h3TXpiMTZaNTNFZk9NdEF0MG4xcHJCem9qakVUd1VtMjk1MklaT1ZXN0JSbFFXWEhsRHFPc3h3ODc3bU0rMGhrTzliNGxGSmE0aXJsMjUwSis3NmNNdVdra2tqM1IrcG81c3hZaW9ydXh1VzZIVnZ1SUxJY1p3bU9jekUzM0xBazBsMFJhVWpPNTJSd2lQY3dqTEFyaU5RUlZBRU9OM0lXVDVqd1Q3MG1FaEhPMWNUU0krZHVNTGRqU0xBL2pPSG9EVEx2Wkw1bG1VODRTeWdwdmRqY3NVWDdOb2xhR2xjaTRXZkhWYWViZ0hzMHJpVFNZaUxkZ2NhZ3hCU01CaDdDa0JucHZqUkdqdU40eXhyNGZqZEdQSkJyTzBINUgwN2p1SXlodjRPN3YzN2RWbVp3bFphNldaaGVtRFlCMkIzcC9rZ2RGUmNQeFpocmFBeUJYQUJqQm1ETVBjREVTSGRGcEtFNE00bmxFTmZqUC9GbjVIYUJDUmh1NEYzbWNBWTZjSmVtb1VjSDM3NHRJZ2R4RlFlMEdZRExyWDJiUkRlTks1SHc2OUZoS01hNUNZekdsVVNjeWl3QXVEenRqQUs1MVRKRVVmNlAwd2lDekkyVEM4ZnBVMXBhbWhqcGpraTlQSVV4YlNQZGlRck9aZG8wMWF5V3Bxc0Q1Uk4vUnJvclhnTW9SUk4vU2hQaWVncnZmQXpBVWJwY3RRS0R2WHkxdkV1YzZ6eVFvMzJiUkRHTks1SHdjejBGSnF2OHJzYVZSSkNDdVZJcld4OFhHeWd0bTEyN01kNHdRR2xEZlF4UnlUY1p1a1MxUng2SlovcjBCekNtYjZTN1VpVmo3bWJHRE5Xc2xxYkpJZkFIY1dOZ09OZDVDeDI0UzFSekhpSGVlYUNqYjkvbUVQZ0Q5YWd6Z1FkT2hydWRxUjIwYjVPb29uRWxFbjRhVjlJWUtZMFJtSDdYNGl1TU1VOUh1aCtObVMxUEd3VmhRZE1vQ2tBMEdyNi83K0E0VG42eHA2ajNUVk9IYjRwa255cDU4c2tXNU9lUHg1aWNTSGVsRWVzRFhBeU5hT0tqc3I4SGRpTEVVbUFSSHM4cnVOMkhJOWlyeHNseFNvQUZ0R256SFJkYzRJbDBkeVE0em52RVU4Szl1TGcxMG4ycHhoNGN6akJuOFYya095SlZjNlptdE1DVk1CN2owdjZ0S283VEIyTXVCcFBpdmQ4NGZwazRaYk9HTzNiZjVuaGV3YVY5VzVXTUthRzBaQUdkdG41bkx1Q283Tjgwcm1xaGNSWDlOSzRhSDQycjZCZUJjZFhRVkROWGdtTEwwemFHdjFqUzVPVG5qOEtZNlVEN1NIZEZRaEQ0OThBRkRNSHRIaEtoM2pSdXhuaUFlZXpmZnhhd0o5TGRrYUNOdzhYbGtlNUVEVm9CdHpodmM3MDVTOStyUnNtZE5BcVlEa2I3dDRxcW12MjdzUnhubG5YREdMdHZ3ejJrY2Z4cWI0UWN4NE54eldOVDFsbXc3ZWo4SGRLNHFwN0dWZE9nY2RXNGFGdzFEWkVZVncxTXdWd1JpU3hqc2xFZ1Y1bzJONDR6aVB6OHBFaDNwSXp6Smkxd01SNVFCa1pWU21tQmg4c2IrY1NvYmd3WDR1QTRiek1uMHAxcGRGeVVVTW9DOG9sY0JvWnhzbkZjMnI5VnBXeGUzV2o0elJrTmZZd1k0OFpoRUI2TzN2NU40NnA2R2xkTmhNWlZvNkp4MVVSRVlGdzFNQVZ6UlVRYXMvS3p3VFR1VWllTjVReDFZeEpZaXFLeEdZVkJHZkhWY1JOTkJjY3Z3bkJScER2UjZEaDRjREdQUkpRUjMxZ1ppS2FCSmhJVk5LNUV3ay9qU2hvaEJYTkZSQm96WXhwN1VOQ0toajZLVHd6Wk9BcmtWc3MvQTZNeEg3dHJ1TlhFVFNtRGNKcE9Ca2JUWWhyM0NjcUtOTllrS21oY2lZU2Z4cFUwVGdybWlvZzBkdEVRSUkyR1Bvb0VLMW91cVl1aTN4WkhqZi9NbjlLNGFiOGhFbjRhVnlMaHAzRWxqWkNDdVNJaUlpSVZtUXIvaW9pSWlJaUlOQUt1U0hkQVJFUkVSRVJFUkVSRVJHcW5ZSzZJaUlpSWlJaUlpSWhJRkZBd1YwUkVSRVJFUkVSRVJDUUtLSmdySWlJaUlpSWlJaUlpRWdVVXpCVVJFUkVSRVJFUkVSR0pBZ3JtaW9pSWlJaUlpSWlJaUVRQkJYTkZSRVJFUkVSRVJFUkVvb0NDdVNJaUlpSWlJaUlpSWlKUlFNRmNFUkVSRVJFUkVSRVJrU2lnWUs2SWlJaUlpSWlJaUloSUZGQXdWMFJFUkVSRVJFUkVSQ1FLS0pncklpSWlJaUlpSWlJaUVnVVV6QlVSRVJFUkVSRVJFUkdKQWdybWlvaUlpSWlJaUlpSWlFUUJCWE5GUkVSRVJFUkVSRVJFb29DQ3VTSWlJaUlpSWlJaUlpSlJRTUZjRVJFUkVSRVJFUkVSa1NpZ1lLNklpSWlJaUlpSWlJaElGRkF3VjBSRVJFUkVSRVJFUkNRS0tKZ3JJaUlpSWlJaUlpSWlFZ1VVekJVUkVSRVJFUkVSRVJHSkFncm1pb2lJaUlpSWlJaUlpRVFCQlhORlJFUkVSRVJFUkVSRW9vQ0N1U0lpSWlJaUlpSWlJaUpSUU1GY0VSRVJFUkVSRVJFUmtTaWdZSzZJaUlpSWlJaUlpSWhJRkZBd1YwUkVSRVJFUkVSRVJDUUtLSmdySWlJaUlpSWlJaUlpRWdVVXpCVVJFUkVSRVJFUkVSR0pBZ3JtaW9pSVNHUzBIQVh1RnVGdE16YmR0aHVUYXUvSFpZYTMvYWJBRlE4bTl1aStabHliby90NklpSWlJaUpOVkV5a095QWlJaUxOVU1ZcGNNeEhzUEp1V0hOZitOcHRkUnlNZUF2bWpJT0RTK0drTmJEamRWaCtDeFR2QzkvcjFDUnRPTVNrMUwrZHc2dWhhRStZQXQ2bDl2MmJPRGh1RHVUT2hTWFhWTCs1S3dGaTBpQzJKY1Myc3JlNDFoQ1hBWGxMWU8rbjFUL1h4SURqQVJ4N3YvVTRHUFV4ekRzYmRyMGJodmNpSWlJaUl0SjhLWmdySWlJaVI5K2VUeUJ2RVhTNUdkYjlIVXFQaEtmZDBuenZnZ3VLZHNNUFA0VkJUME9iMDJIdTZaQzN3TGZ0aVQ5Q2NpL2ZmY2NEaFR0aDMyeFllMy9ndGdDSm5hREg3eUJ6QXNTM2dhSjk5bjJzbWdKSDF2aTJHL2dFcEE2cS8zdFpkZ040Q21EZ3YrcmZWdkZlK0NnRG5DTFkrZ0wwdVI4T0xJQk5qOXZIUjc1dlA0dVlGamFyMlJWWGRUdE9NV3gveFFaejI1NXRzNkRqV3R0YmZIdjdHU1cwaDY5SFErNTM0RTZCQVRPZ3RNUnUyM0pFNVRhM3ZnaUhmNnovZXhRUkVSRVJhUVlVekJVUkVaR0dNZmhaYURleCtzZGRjZlp5LzlQMmdGTmE5VFlIbDhQWEk0Ti9UWTgzS096eWxoSFk5UzU4T1JDNjNtb3pkYXV5KzBOd1NtejJhVW92eUxvUTJ2OGZmRDhKZHI1cHQwbnFEbU8rQTNjeTdQMGM5dTZDMU1HUWZURzBQUXUrT2M3WC92Zm5nVHV4K2o0T2VkNldIWmg3U3MzdnBXQ2J6WXo5WVhMMTIzUzQzQWFYbDE1dkE3YlZLUzMwTGE5N0VESk9nbjZQMklEdWdmbXc0dzFJNmdMRkI2RGtBSlRrUVplYklMNHRmUGNUS041dmI1N0R2blphOUljT2w5cU0zNlR1VUxqZHRsTzRIWXB6QVdNRDI0bWRvV0F6WkZkNEh6RXQ3T2R3WUlHQ3VTSWlJaUlpUVZJd1YwUkVSQnFHT3hGS2kyREZiWFY3ZnBlYndKMFV1RzdzSWtqcVZ2MXpqSGM2Z09HdmV5LzE5OVBwR2ppeUZyNnNrRFc3NENJb3liWExybmpvZGE4Ti9nNllDYnMvc0lIUXBNNncvMXRZZkJVVWJ2TTl0K2M5Tmx1MzEzMHcvMnk3N3NqYUd2b1hDOGs5WU50TDFRZVgvUlh2Z3lQcnFuKzg1eDloLzlld2NYcnRiWlZ6WU5IUFlPd1M2SGlsRGVadW1sbDVzNnlMYkRENTRKS3FtMWx6bjY5RXh2RUxiVHZMcnZjOTN1OVJ5Sm9FMzE4QU8xNE5mRzVNU3poMk5wUWNoTjJmaE5CM0VSRVJFWkhtVGNGY0VSRVJhVGllSTdENWlibzl0LzM1a05BaGNKMDcyUVkzdC95bjZ1ZkV0b0x1ZDhHT04yMXdzYUxpL1RXL1pta2hyTGdkMnAxcnMwMWJqb0o5WDlqczBYbG5BeFVDeEt2dmdXNjNRZnB4bGR0cU1jaVdIUENYMUFWY2lWQzR5MmJVVnVYZ2Npalk1THNmazJaTEdGU1UwaHVTZThLV2YwTnk3K3JmazFOVU9TQmN1QU5tRDRHQ0xkVS9yODdjTVBnWnlQNHBMTDBCMnA5bjMvZTZCKzNETWFtMnJuRnlkNWh6Y3ZoS2JJaUlpSWlJTkFNSzVvcUlpRWpEMlBFV0hGaFk5K2R2ZndWaTB5cXZQN3pLRnhpc0tLNk5EZWJ1K3dJMnpxampDNWRDM21JYnpFM0l0cXVxbXp6TktiRUJhLzh5Qm1XNjMybExObFNsMjIvc3JTckxib0FOMDN6MzIwMjBkWCtyMCt2UDlsYWRJMnZoOCs2VjE5YzNrSnN4M21iWWd2My9sTmdaMnAxdjd6c2xzR0F5Ykg4Sk1ORHZZVnN2ZDkzRE1QZy9rSmhqeTFIcy82WitmUkFSRVJFUmFXWVV6QlVSRVpHR3NkV2JQZHZsRnVoMVQyalBMYzZGVHp2VXZsMUZKUWZ0dnpHcGdldGJqWUhjdVhZQ3IyREV0ZmIxb3lZcC9XdzI4SjVxU2dVVWJJVnZ4Z1QzbWdrZGJPbUI2bnc1MEpkWlBIcVdyUWU4OWdIZjQrNGtPSEVsTFBrRjdIclBydXR6UDdRc3F6bnNodEdmK3JZdk9RVHp6Z3l1YjFYcDgyRGdSRytKblNIalpMczg1eVRZTzhzdWI1d08rUnRoeEp2US9nSmJQL2Zic1hhQ05CRVJFUkVSQ1ltQ3VTSWlJdEt3OW54Y2ZXWnJkVXFMcW44c3VhZXRhVnZScGlkczdkdlNRb2pMOEsxUDZBQ2pQNGV0TDhDaXkydC83YVJ1TmdCYVdnUzUzMWEvbllteEdhY0FHNnVvT1FzMlF6Vi9RK0M2OWhkQWo5L0RkNmZid0dhd0NyWkQ4UjVmdXlVSEE3TnIzU24yMzZKOXZ2VWUveElHRHVSNzE3Y2NBYWx0N1hLZnYwR25YMVIrUFZlQ3JVRTg0VkRseHpZL0E3T0hnVEdRTmhTT213dWJuN0tCWlBEVkszWWxRczdWdml6a2pUTmc1ZDIxbDdzUUVSRVJFWkVxS1pncklpSWlEZXZna3VvbjBRcVZpWVdVUHRCeml0KzZHRHR4MmJhWGJEQzNZQnZFdC9NOTN2bEd1MDF0dFh2ajJ0cmF0MzJtMmlEa212dXFEenJHcE1HUUZ5RGpGQnNrM3ZGSzhPOGhOaDFhOUxOOXJvL0V6cmJVUVJsWFFpMVBLSVdGbDlqRmZ0T2dnM2Q1ejZmZ09WaDU4NnlmMnFENGhrY3FQM1pnQWVBQkIrajRjKzlLeC83L0tjMjNuMHYyVDZIZC8wRk1DaFRzZ01PcllmMGpDdVNLaUlpSWlOU0RncmtpSWlJU1BXSmEyTW5QRnY4LzM3cE8xMEwvNmI0czFJTE5rTmpKTHNlMmdrNVh3OTdQWVY4MUpReE9xeUs0dVBFeFdQbTdxcmRQR3dGRC8yY245ZG93RFpiZEZOcDdjSGtQdjV5UzBKNVhVZFlGZHFLMit0cjlucjFWbERiY1p1YXVtbEw1c1RMdUZwQTkyUzVubkFJbkxJUDVaMFBuNjJ4Mjg2Wi93WTdYWWRncjl2OUo1cW5RK3NUQU5weGkyUHhrL2QrSGlJaUlpRWd6b0dDdWlJaUlOSXd4MzlzTTFQcjZ1QzJVSExETE1TbFF0Q2Z3Y1hleS9kZmpMUWR3ZUJXMFBkc3U5NTVxNitldXVLMzY5dmQvN1p2STdPQUsyUFlDSFBpKzZtMXpyb1orajlwTTF1L1BneDJ2aGY1K3lrcEExRmFQdHpacjc0ZVZ2L1hkZDZmQWhDb3liQnRTNTErQ2lZUENIWEJ3cVowdzd0aXZZZkZWTVA4OG0zMDgrbE9JYndPZWZPaDlYK0R6WGZGUVdxQmdyb2lJaUloSWtCVE1GUkVSa1lheCtoNmJHZXV2dytXMlh1dlM2MzNyY241dUo5SmFla1BWN1hqeTdiL3g3ZXhsL0JXRHVURXBOcnV6dE1EZXoxdGtMLzNQdnRpMnZlbHhPREMvK241K2Q2WXR6MUNiTGpkRDM0ZHNodStDaTZCd1crM1BxVXFMZ1RhUVd4YWdqbGJ4V2REOXQ3RGxhV2c1Q2dxMzI4OWwwRk4yd2pOM0FneC9BMUtIMk05NDkvdUJ6MC9JZ2JFL3dLNFBJdE4vRVJFUkVaRW9wR0N1aUlpSU5JeWRiMVplbDNXaG5aeHJ5ek8rZGExUGhKVGVnZXVxa3VMTjhqMzBZK0Q2MlBUQUxOZTlYOWgvQno0RitadGh4ZTJoOTcyaXRHSFE5MEhZK3huTVBSMmNHaVpvcTBsTUttU2NESGtMc1FWbjZ5RjFzRis5V3VwZmd6ZFVmZjhHcmxoWTh4Y1k3djEvN1RrSUN5YlpETjNSczJ6Z2VzRWtHK2oxRjVzQkk5K3prOVd0K1BYUjdiZUlpSWlJU0JSelJib0RJaUlpMGt6RVpVTHJFMkQvdDhGdG45UVZ1dDhGQ1IzdC9aYkQ3YjhWczJ3VE9nUm02eDVhYWJOZWpkdG1pcFpsd0dhTWh4SHYyb3pTVUhXNkZuREJxajhHSDhndDNBSDVHd0xYOWZpZERlaW1qN1ZsS05wZkNManRZNldGa0R2WFRoWVdqSllqb2N0TnZsdm42NEo5TjJGZ0lIMk1MZk9RdnpId29hUnVjUHhDaUc4UDM1NEE3aVFZODUwdFVRR1EzQnVPK3dZU3NtRGUyZlp6RWhFUkVSR1JvQ2d6VjBSRVJJNk8vdFBBbFFnYlp3YTNmV0lPOVBvemxCeUVEWTlDKy9QaHlGb28ybTBEZzRVN2JmM1pOaE5nMjB2Mk9lNFdNUHcxaUVtejkvM0xQS1FPZ2pZL3NVSFRVS1VPdHY5MnZ3dEtiNmw2bTQwellQZUh2dnZMSzB5TTF2WFgwUFZXMlA4TnJKMEszZStHb1MvQ2tYV3c3bSt3K1duNGVsVHdmZHIwZU4xcTVzWmxRc1pKNEVxd0FkZUtXYk5CY1dEeDFZSHZ0OHlSZFhZQ3VRM1RvV2dYNU02eC8xOEcvdE4rL3BtbjJvenBiOGZhT3JzaUlpSWlJaEkwQlhORlJFU2tZY1cyZ2dIL2hQWVgyQ0JmN3B6QXg1MFNPNGxXUlFrNTl0LzhqZEJpRUtRTmgxVy90OXYzbkdJRGtXQ3pYMWYveVdaOERuMFJXdlNISDIrM0FkL0IvNFk1SjltZ1lkb3cyMWJ4M2pxOGgxVDdiK1pwMVc5VFhlM1hWc2RCenovYThncUhsc1AzazJ5OTNaMXYyZlo2L2duNlQ3ZkIzVFgzd3FZbmJBM2doaERmSGtaOWF1c1A1MitFWXo2QTd5K0F3eXNyYjd2N1E4aGJYSDFiRld2Z2xuTmcxUjk4ZHhNNjJBblFpbk1oY3dKc21BWXJmdytsUityMVZrUkVSRVJFbWlNRmMwVkVSS1JocFBTRDdNblE2UnFJYlcwelNaZmVXSG03dzZzaHBvVU4rT1o2U3lpNGs2RHp0WUFEQjc2SEljL2JDYzQyUDIwZm56M2NCb21kWXBzSm1uVWhEUHdYbEJ5Q2VXZkM3ZzlnMTRjdzZpTVlNdy8yZldWcjgyNTUxdmU2czNvSC8xNCs3eEhDRzNkQjZrQm9jNGJ0VjRzQlFDbHNtZ2tyYm9PU1BOK211eiswdDNZVG9mZGZvZjlqTm50MzFlOWg2My90ODhxYzdGZXl3WjBFM1c2ejVSVXFHdklzT043Nnc2NTRYeGtFRTJQcjJDWmt3WnlUYldtS1l6NkNFNWJZUHVSK0I0Vzd2SlBKRmR2SEMzZEExbVJ3Sjlxc2FuZUMvVGQvQTJ4OXJ1cTNiMkpzNEx6MWlaQnhpczBDTGo1Zy85K3Qvd2NVYkFyaHN4UVJFUkVSRVg4SzVvcUlpRWo0eGJhRzBaL2JTL3J6Zm9DRmw4T3VkNnZlZHVNL2JmM1Y3RXNoNXhlKzlVVjc0TWU3b0dDcnpSRGQ5WjZkUEExc1ptdmhOdCsyKzc2R0xmK3hHWjlGdSt5Nmc0dmdxNUhRNno3SUhHOG5UbHZ6bDRaNXYyVk1ISXo5QVZMNjJ2dkZ1VGFJdSs0aE9MeXErdWZ0ZUIxMnZtMEQzejN2c1lIcC9YUGh5QnJmTmt0K2FVdE9oS0x6ZFpEVXhTNDdKVFpEK2NlN2JPQVc0TXRCdGg1dysvK0RMcitDbUphMjFuQnRsdnlpK3NmU2hzRngzOW9nOHA3UFlmNUUyUDJSRGNhTGlJaUlpRWk5S0pncklrM2Uwb3N1b2w5Nk9va3paMUxnOFVTNk8xVmFlTUVGRE1ySW9OVVRUNUJiWkNkWCt2M3c0Zng2OEdBdS9PZ2pQdGdVdVV5MmFjY2Z6M1VEQm5ENk8rOUV0QjgxT2JkTEYxNC8vWFQrc1hneE4zMzFGUUR0a3BLWWUvNzVyRDF3Z0hGdnZobmhIalpEeFh2dDVGWk9TZVVKeXlvcU9RRHp6cXA1bStXM2dsUEQrTTNmQUV1dXFXTDlSbGg0Y2UzOURSZW5DRmJjRGhuallQZkhzT2ZUNENkTWMwcHNDWUt0TDBMYVVGOGdkOHUvYlJhc1V4SjZmM2ErRVhoLzRXWGdPZXk3N3prTTZ4Nnd0MHJjWUF3NFRsa0h2VGY4L3ZXYVBkaTNuRHNYUG01cmF4dUxpSWlJaUVoWUtaZ3JJdEpJSGRPMkxhbHhjUXpPeUdpd0lPb2JwNS9PaEp3Y3NwOTVocjJGZFpnVXFoSHJtSkpDVGtvSzZmSHh4QmhEaWVQVS9pUUpyNHExY2VzajJJQm9ZN0RySFh1cnErSTlzT2NqdnhWTzNRSzVWZkVQNU5hK2NhV1liZEFVeUJVUkVSRVJhUkFLNW9xSU5GSlhmdllaWTlxMzU1ME5HMnJmdUE2eWs1TTVzM05uWGx5OXVza0ZjZ0htN2RyRitMZmVZdWVSSXdya2lvaUlpSWlJU0pPZ1lLNklTQ08xS3orZjE5YXRhN0QyZjk2M0wyNWorT2V5WlEzMkdwSDI2Wll0a2U2Q2lJaUlpSWlJU05pNEl0MEJFUkU1K3R6RzhQTStmVmkyYng5ZmJkOGU2ZTZJaUVoajBXTUNkRDA1MHIySURxblowTG9ueENaRnVpZlMyTFViRElPT1l2MzJhSmJZeW82cnBJeEk5MFFhTzQycjRHbGNOVG5LekJXUlp1VzYvdjI1WWVCQU9yZG93ZllqUjVpK1pBa1BMbHhZYWJ2MlNVbjhjZVJJenV6Y21kWUpDV3c4ZUpELy9QZ2pmMTJ3SU9DUy9kYng4VnpUdno4VHUzYWxTMm9xU1RFeExOcXpoM3ZtemVPOUt1cmNucGlWeFcrSEQyZGsyN1lBZkwxOU96ZDdKK3lxcUxxSngwN0t6dWEySVVNWWtwRkJXbnc4bXc4ZFl2cVNKZnhqOGVLZ1A0Y3pPbldpUTBvSzk4K2VIZlJ6QUU3dTBJRjdSbzVrU0VZR2gwdEtlSDNkT203NSttc09GUmNIYkpmZ2RuUHI0TUZjMnFzWG5WTlQyVmRRd05zYk52RGJ1WFBabFo4ZnNPMjQ3R3l1R3pDQXdSa1paQ2NuczYrd2tEZlhyK2YyYjc0aHIwSzdLYkd4M0Qxc0dCZDI3MDUyU2dwYkRoM2luMHVYc3ViQWdVcDl6VWhJWVBmUGZzYmNuVHNaOWVxcjVldDdwS1Z4MTdCaG5KU2RUYnVrSlBZV0ZQRHg1czFjOGRsbklYMFdJaUlOeGgwUDZkMHFyeit3R1lvT2h0NWVoNUV3NWpaNDh4ZVF2N2ZtYllmOUhJb1B3N3BQcTkrbVRUK0lieEY2UDhwNGltSGI5MkRjMEdGRTNkdnh0MzJSbmJBdkpyNytiWlVVMmMrZ0psbkQ0SUlYN1ArckZ5YkM5aCtDYjcvZFlIQ0g4RE9zT0I5MmhYQVZ6YWxUYmFENWxVdUNmMDV6MGJvbnVDcDg5dmw3NGRETzBOdEt5b1NKLzRKUC93QTdGdFc4YmJmeE1PSXFXUFI4OWR1a2RvUzA3TkQ3NFcvN0lpakpoN1lESUM2NWZtMEI3RjhQK2Z2RDA1WlRDZ1dWajljQ0pLYkR4VzlDV2tlWVBSVytteEY4KytuZGJNQXFGTnNYUW1tUU5la0hYd3A5L3cvZXV4bHlHNllFV3RUU3VBcU54cFdQeGxXZEtaZ3JJczNHbjQ4NWhzdDY5K2JUTFZ0WWw1ZkhoSndjSGpqMldBNFhGelBEcjlSQXQ5UlV2cHc0a2F6a1pEN1l0SWwxZVhrYzM3NDlmenJtR0FhMGJzMkZIL2ttSnZyenFGSDh2ejU5bUxWdEcxK3ZYRWxtWWlMbmQrdkcyMmVjd1pqWFh1UGJuYjZEbU1rOWV2RGMrUEdVT2c0ZmJ0N00zb0lDam12WGpsbm5ua3RSYVdsUTcrR0szcjE1ZXR3NGR1Zm44L3E2ZFRqQW9Jd01Uc3pPRGltWWUwMy8vdVNYbFBEc3lwVkJQMmRDVGc1WDkrM0w1MXUzOHZhR0RVekltV3M3bGdBQUlBQkpSRUZVeWVHcXZuMUppNHNMK0V6aVhTNCtQT3NzeG1abHNYRFBIdjYxYkJtOVdyWGlxcjU5T1RFN20rRXZ2VlFlcEcyWGxNU241NXpEcGtPSCtIekxGdktLaXhtWG5jMDEvZnJSdVVVTFRuL0hONGxVY2t3TXM4NDlsMkdabWF6THkrTzVsU3RwbDVURW4wZU5ZdUdlUFVHOWgvN3A2WHg3M25uRXVseThzWDQ5dS9MejZaNld4azg2ZFFyNmN4QVJhWEF0TzhGbDcxVmUvK2JWY1BJOUVKOGFYRHQ3VjhQejU5ak0wYmI5NGFldndrcy9oWVBiNnRlL2NYK0U3T0YxZjM3K2ZuaHNpUDBoZThHTDlldExtV2RPaFdPdWhUN24xcit0VmUvRDI3K3MvdkhVam5EdTQzQmtuNTJjOEp5WjhQeTV3WCt1Ly9jMDVPK0RJMEZNRk5naXl3YS9udzRoV3pxalo5VW5Bd1F1L0YvbHdNU0NwMnkyV3JmeHdiZnorTEVRa3dCSnJlR0MvOXF4dWJIcWsvTkJHM0FoakxxK2ZtMDhjeXJzWFFXblRZWE12dlZyQytEVDM0T24wSjRncUsreWNWOGRkeHljOHppMGFHZFBqaHozYTlpMUhEWjhFVno3eDkwS0hZYkR2clcxYnh1Yll2OG16aGdSM0RnRU94YmJEMUVtZmxVMHJrS2pjZVdqY1ZWbkN1YUtTTE54UnVmT0RIenhSYllmT1FMQTFYMzdNdlBFRS9sbC8vNEJ3ZHhueDQ4bkt6bVppejc2aVArdFdRTkFqREc4K1pPZmNFSDM3anl4ZkRrZmUydXhmcmx0RzFNWExHRDlRVittMUVlYk4vUDB1SEZjTzJCQWVUQzNiV0lpajU5NElrV2xwWnoweGh2TThhNlBjN2w0Y3R3NEx1blpNNmozOEpzaGRtZDk3R3V2QldTanRrbE1EUHB6NkpTU3dta2RPL0x2bFN2SkxTb0srbm0vNk5lUGNXKzhVZjZlK3JWcXhjSUxMK1Q4YnQzSVRFaGdkMEVCQUg4WU9aS3hXVmxNWDdLRUcyZlBwaXhNZmVmUW9kdzNhaFMzRHgzSzNYUG5BbERrOGZDTFdiTjRjc1VLUE42TTV6aVhpNldUSnpNaEo0ZHVxYW1zemNzRFlNcklrUXpMek9UbHRXdTUrT09QS2ZZR3dJZG5aakxyM09CK3ZQK3lmMzlTWW1PNTZ2UFBlV0xGaXZMMW9YeCtJaUpIemZ1MzJNeWtIaE5nekc4Z2J5dk1mYXptN05QMmc2SG5HZkR0UDJ3bUw4RDZXZkRhRlRhSWVOSEw4UEpQYmRaTXg5R1ZuNS9VR2p3dG9OLzVsUjliLzRYdkI5cnFEK0RkWC9rZU8rTWZrSkFLcjE3cFczZkt2ZENtdncxMGxqbjJWekJnc2wwdVBHaC9KRmNuSnQ1bUU2MzdER2JmWC8xMllETjZmdmczckswaG8zanNIYmJOei81WWMxczFCV1ZiZDRmem5nVlhMTHc2R1R4Rk1Qa1ZPUDgvOE9vVmtCZGtyZlp0Mzl0YmJUcVBoWXpld2JVcHdWbjRIL3RkU1drSGs1Nkh2RzJ3NlZ2WXVhVDY1eVMyZ3BIWHdvbzNiSlowU1Q0VTVNSi96N2NuSkNZK0NXOWRDeHRuUSsrekt6OC9zN2ZOUks5cVhPMWFEcnVYMitYOC9UQnpsTyt4UVJmRGlYZkRQL3dDU0wzUGhna1B3SXpoZGd3QjVJeUcvM3ZHdDgyYjE5aWdXSFhPK0ljTnRMMWN5eVhxaDNmYWswZnYzRkQ5TnYzT2d5NG4yZ0JWL3Y3cXQvUFVjTXdabHdMbi9zdWVKSHIvWmxqMUhwei9QSno5R0x4eE5XejZ1dVorbHNuZEJNdGZyMzI3MUE0MjZDVGhvM0dsY2FWeGRWUXBtQ3NpemNZZDMzNWJIc2dGZUdyRkNoNDg3amo2cGFmak5nYVA0ekN5VFJ0R3QydkhHK3ZYbHdkeUFVb2NoNGNYTGVJbm5UcHhUcGN1NWNIY0YxYXZydlE2YjYxZkQwRGZWcjR6MUpmMjZrVktiQ3ovV0x5NFBKQUxVRlJheWkrLytJSkozYm9SNzNiWCtoN2lYTGJVdWR1WWdQVVZTeGZVNU9wKy9YQVp3OHlsUzROK0RzRE1aY3NDTW8yWDdkL1B4MXUyY0hwT0R2M1MwNW0xYlJ1eExoZlg5ZS9QcnZ4OGJ2bjZhL3p6alI5YXVKQS9IWE1NNTNUcFVoN00zVmRZeU9QTGx3ZThUbEZwS1I5czJrU1BBUVBvbTU3TzJydzhZb3pocXI1OUtmQjQrTlhzMmVXQlhJRDV1M2Z6OThXTHVYdllzRnJmUS9ubjV3b3NHUi9LNXljaWN0UWMzR2F6WWRLNzJVRHVybVcxWDI0LzRFSWJ6RjM0WEdCbXpPWTU4TnJQNEpUN0FBUHRCc0tFQisyUFo3L3lRZmFIcW1NemdNc1lsMTMvd2tSZm00NWpNNHZLT0U3bGRhV2x0cTFLNjhxZlpMT2RxcE05M0w3MjZnOXEzcTdNOWgrcUwzZVEwZzVTczJET2RGajVkdTF0VmFYRFNEam5YN2FjdytzLzgvWHAxY3R0TVBmaTErSDFxMkJINWZKTjBvams3N1BqS3N0NzNMRG1ROStKaitxMDdHU0RUbXMvRGZ6K0hOb0pMMTBFNXo4SExyZk5OcC93b1AzT2wzcitQM3ZuSGQ1V2RmN3hqNWIzM252RVNlekUyY3ZaSkNScEpnU1NRTmlyN0JZSUZNcG9hWUdXVWxwR29WQUtQeWdiUWhMQ3lnN1plMC9IamgzYjhYYTg5NUlzL2Y0NGtpVlprcTBzeHlUbjh6eDZwSHZ2dVVkSE4zb1YzKzk1ei9jMXQxTnB4REoweTdnQ2tZMjI3Vld6NkFRZDRrVm5aNS9SZ3FxdDFieS96ZHFXaWhwYnE2OTJsR3J3ajRlVEs1eUxxK2FhenEvUHVNZWhjTDhRODg0RnJ6Q1k5ejhJN2djYlh6Q0xSdC9kSTY3ci9FL2g1ei9Bc1cvT3JYOUo5eURqU3NhVnBGdVJZcTVFSXJsaTJGVlNZcld0TXhqSXI2K252Nzgvbm1vMXRWb3RZOFBDQU9ITit0ZVVGS3YyZ1c1aUpyYVhyNi9WL21ndkw2WkZSVEVrT0pqZXZyNGsrSWpscng1cTgwL3NHR08vUHhpRlhrdnF0Vm95cXFzWkdCalk1V2Y0SWlPREYwYU9aT2Y4K2J4eCtEQWZwS2EyWjhRNmcxcWg0SjUrL1RoY1hzNmUwbEtuendQYjZ3ZVFZOHlhOVhGeEFTQTVJQUFmRnhmTzFOVHdwNUcyUG9qTk9oMjlmS3lYQjJ1VVNzYUhoek1oUEp5K2ZuNzA5dldsbjFFSU4xM0RmdjcrK0xxNHNMV295RXFRTjNHd3pMbWxQRjlsWnZMci92MTVaOElFaGdVRjhkYlJvNXlvNm1TMld5S1JTSG9DY1JNaC9jZno3eWQvRjN3OEZReHRFTkpQN1B0OGp2WHl5WnVXQ2IvWWIrODA3NHNhQlF1WG5KdGZyN05FanhITFFTM3BQVTA4NjNVUWQ1WDk4d3IzZ2RiaS93WFBZUHMyRlAzbkFRb28yTjI1QlVGenJlM3lVSVVLeGp3cWx1cldsNHByWTNtelhwb0tYMTR2Ym81dldnSjczaEVaMUoxNUJvWVBGYjYyWGVFZElUd1JKUmVlK0VsQzdPbEtjT3FLK2pQdzZRd1JWNmFsNXB0ZXN2YnhIUGVrOFBaOHU4TVM3U2V5b0xYKy9ONi9NNEw3Z1dlSTlUN2ZhREU1MDFqaE9LNHFNcTB6MUYyOHdTdkV0bDFBQXZqM2d0UnZPNCtydGxiNzE3bnZUSmoyaWhEZlZqd2loREFUTGJYd3pVSzQ1aDJ4SEQxMlBHeDRvWFBmYjk5byt4bWNIYmtRWHFVUys4aTRrbkVsNlJha21DdVJTSzRZYXV4WUNqVHB4STJXMHBqcGFoSnNwMFpGTVRVcXltNC83aFladEMrTkdzVnp3NGVqQU5LcXFqaFZVOFBLM0Z6Nit2bWhzTWllTlMzano2KzMvNGVGczU2NWY5bTNqOXJXVnA0YlBweS9wcVR3cDVFaitWOWFHcy9zMm1YMzgzWGt1bDY5Q1BQdzRNVjkrNXg2UDB2TzV2cjE4ZlYxS2xNMnljK1A1VE5uMHMvZm44cVdGbzVWVkpCV1ZVV3JYcytFOEhCTVZ6REVRL2dvT2J4K2JXMTI5M2RrVTJFaHMxYXM0STF4NDdnL09abjdrNU5abDUvUG85dTJjYks2MnFrK0pCS0pwRnNKR3l5V2JXYXVFZHU5cmhhK2ZSM1o5d0hzL3ovYi9XbzN1T29QY0d5eEVCME56djFlV3VIbUo1NWJMWXFDdVhxSm9qZVcyeHAzNjMxdXZxSkFtT1UrandENzd6SG5iVkg0eGg2ei91VjRiQ1l2UXhNVG5yYS81TmJFZ2k4Y0h3T1JwYlR1YWZOMjZBQ1k4aGNodnVidGdGV0xvTUhPQkdKTm5zaGNudkVhakgwQ0V1Y0lhNGlzbisyL1QvWkdPTDIxODdFQUpNNkdxSlN1Mjltak13OUNReHZvV2h3ZnY5eFJxaUZ1Z2psbTNIemhianYvVm9VSDRNY0g3ZmN4K3JkUW1RTVpLODh0cmx4OXhFU0JwZWlrVkZuSGkwbm9zZHpuSFM2ZUEzcWJ6L1cxL3pjcktROUQ0algyajQxOFFEenNzZUZQMWhtQmZhYUw3N1lqeGo4bEhvNm96b1dQTEFRdXoyQ1krS3lZWktuSkV4WWw5akxhZFUzdy9YMHc3Z21Sd1JrN0FYYStLWDdQN0gxL3k5SmgzL3VPeDJFaW9KY29SSGd1cU4wNmp5MnRiZExCRllPTUt4bFhNcTY2RFNubVNpUVNpUVgxeHNKY3Y5KzVrMzhlN255WjVQVG9hSjRmTVlMTmhZVXNYTGV1ZmFtK1Jxbms4Y0dEcmRxMkdNWEdJRGMzSzY5YkU4NTZ0dXFCTjQ4YzRiM2p4N21wVHgrZUhqcVVCNU9UU2ZMelkvSVBQM1I1L2dQSnlkUnJ0WHlaNGNUeW4zT2czaWo0cnNyTlpmYktsVjIyLzNqS0ZCTDkvTGhwM1RxV25EcUZhYUh2eXlrcFRBZ1BiMjluZWYzc2NUYWV0MnZ5OGxpYmw4ZTA2R2grTjJRSXY0cU9ac2U4ZVNSKytTVVZMVmZ3amExRUl1bVo5Sm9DamVWUVlKeUVVN3NLMFhQcksrWWxvR01lYzV3UjR4a01rY05oOEMxdzhHUFk4Y2JaM3hUbDc0YXY1MW1MbUxFVDRLNTF0bTJkMmVmSS95OWpOV3g1MmJreDlaMHBSR3A3VkdhWlBRczlBdUgybFNJN3FkQmlJak4ySE14NEhUNmRicTRFZnZOUzgzR3ZVQ0VNOTc5ZVpEOXQvVHZzKzIvblkycXVodS92aFVHM3dGWFB3WFVmQ3FINXA5OEtXd3RUZGxudU5zQUFJVTRVMG1sdGdKS2pNT0krc1YxWGJKMWw1UWhYSDNqMGhPUGpoZnRoY1NlaTkrVk81Q2lSRlpleFdtd3JsQ0t1am40dHN1Y0ErczBGZHovNzU2dGRSWGJldUNjaFp3SDgvQ2VvUGN0TVJHMmo4Sk91eVRYdmMvVnhQcTV1V2U3Yys5U1hDQTlTWi9BT0U5bjVqckNNbDRYZmlFa0pTNUZINHc3M2JJTDF6MEwySnJIdnFtZk5Bby9hMVNoMlBTaUVteFBmd1libk84K2lOT2hoKzJ2Qyszdm1HNklBNDVoSHhUVnZyb0tRWk5HdXVVcGtGem9UVnhvUDhXOC80QWJ6OG5wN2sySDI2T3E2djVGd2JpTGs1WUNNSy92SXVPb2FHVmRualJSekpSS0p4SUtqRldLSnlZU0lpQzdGM0t1Tm1idHZIejFxNWJrNnlJNWRRbnBWRlZPaW9yZ3FJc0xLTXhlZ3Q2OHZVVjVlWnpYTzVyWTJQa2xQWjNGbUpxazMzOHlreUVoaXZMekljNUM1YW5xZktWRlIvRjlxS25WYXJjTjI1OE9KcWlyYURBWkdoSVRncGxMUjNFbkdyS2RhVFVwb0tNY3FLcXo4aWNIMkdwNDBXaUdNQ0FuQlU2Mm1RV2U5ZEhXeWd5eHFSeGdRaGVyVzVlZno1ZFNwM05LM0w3UGo0dmpzNU1tejZrY2lrVWd1T21HRDdHZUNIdjdjTE1vT3Y4ZngrVFg1OE1WY21QdzhETDlYTExIYzliYjUrRTFMclcrUTNQeUU5KzFERnNKblN4Mzg3MnJ6ZG0yaEVDbDN2Q20yMVM0aWU3WmdMeHkwS0Jaamo0RUxJZUZxKzhlMERiWUZ4Q1krQjZISnRnVmxPaXNJWTJnVE45cGc5bGRzcWpUdnN6eS9vZFQ4Mm5LVmpFZVFXRlo2ZXF1NE9iM3FPWkdONVN4cm40YVlzVUpJcno0dHZDRk5PSk9SYXpWT2kvK2JXcHkwdXRDMXdKNS9PejVlMjBtUnR5dUJzRUZDYkdqcXNDb25hNzBRVWtDSUY0NHk4M1F0OE5OdllNQlc0ZGM1L1ZWUldOREV4R2RnN0NMenRzWlRaS2svMUdGbDFKSmJ6TisvcGdxUlJmZmRmZWJqNDU4VUV6WGIvZ0hhVHZ6OVF3ZkFwRC9hTDRhazE5bkdWZC9ab2hqaHQzZUtDUUpuc1lvWG5aaHNzSXdyVTJaZGM3VjV2OWJDRGt5aGhnRUx4WHR1ZWdubS9Cc1NwamovL29jK0ZYWXZ3KzhWUy9sZGZTMnUzMW5ZWmpWVmlkK3hjK0h3WitJNk9PSktGcHhrWE1tNGtuSFZiVWd4VnlLUlNDellVRkJBY1dNajE4VEZjVXVmUGxZRnpoVEFqYjE3dHd1UHBxWDlBd01EK2M3b2hldWhWdlBhMkxFMi9TNDVkWXJmREJ6SVUwT0hzaW8zbDJPVmxRRDR1cmp3ZjVNbW9iQTV3ejRUdzhQWldteis0NkMxcmEzZDZrRFhoVlhEQThuSktJRC9wblpSUE9jOHFOTnErU0VuaDNtOWV2SDZ1SEU4dG0wYk9vdkNPc09EZzZscGJlVlVUUTA2dlo0MnZaNG9MeS84WEZ5b05tYjF6bzZOWlhaY25GVy9aYzNOYkNvc1pISmtKSytORzhkdnQyNmx6ZGp2OWZIeDNOS25qMVBqR3hNYXlyN1NVcXN4MVJxRmJhMlRWaGNTaVVUU3JleDRIVzc5QVFiZERFZS9PcmMrOUZxeHZETmpGZVR2c1Q1MitET0lueXpFUzN2TEtKTVgyR1pSclhyTWVudkdQeUY4aVBDSjdlZzMyNUU5NzRpSHMvaUVkKzRaNkN5aHlkYmJ3VjFrR1pXbXdtY3pvT0tVOEsxMTliWnRNK3dla2QxMHlJNkFYWHhJTEJOV3FNUk5hTlo2c2Q5UmhsaG42RnFzbDlJNlExc0w3RDZMNjN5bGNlUUxHSHFubU9SWStlaTU5M1A4R3lnNVlpMjhBR1FaaGF0K2MwVzJlY2VseTVIRElXbXV0WFhKd1kvRncwVHlmREg1c2VlZHpnc3ZBZVJzRWc5bmNmY1RTOHc3K2xTZkxiNVJFRFBPdksxMjdieTl0a0dJYzdWRjRuZHB0NTBKaDRRcEVEVmFGTERxNkR0ZGRCQ0tEc0Qrajh6aWpta1orUTFmbnYxdnhYZS83cnFvWkVlT0xyWXVyQ1V4SStOS3hoWEl1T29tcEpncmtVZ2tGclRxOWR5N2NTUGZ6NXJGbDlPbThadUJBemxhVVlHTFVzbFZFUkVrK1BxMmk3bmZabWZ6ekxCaC9IbmtTSVlHQjFQZTFNVFU2R2gyMnlrVXRyVzRtTTlPbnVTT3hFVDJMRmpBeHNKQzZscGJtUlFaU1ZwVkZjY3JLeGtRNE1CSDBJTGxNMmRTMk5EQWp1Sml0SG85NDhMRFNRNEk0T3ZNVElyc0ZBWXo0YUpVY2xkU0VudExTemxVWG43dUY4Z0pIdCsrblRGaFlUdzhZQURUb3FQWlVWeE1rMDdIc09CZ1VrSkRtZno5OTV5cXFhRkZyK2Y3bkJ3V0pDUndhT0ZDMXVUbEVlM2x4ZVRJU0g3TXlXRnVmTHhWdjR1MmIyZkh2SGs4bUp6TXBJZ0k5cGFXRXVmdHpkaXdNUDZibXNyREF3WjBPYmJmRFJuQzZMQXcxdWZuVTluY1RGOC9QMmJIeFpGWlU4TlBwMDlmckVzaWtVZ2s1ODZaWTVEMnZiQlNPTitxMC9tN3phODFSbHVHUTUrTGJKcEpmeFJMTXkyTG5LbGNZT3pqNHNiYUVWZS9BTWszQ0ZIem1uZTdIa05qT1h3NDBma3hLOVNkRnhKemxyRy9zODdzVWFnY3R6VlJZVncxVWxka2Y2bG8wclZpYkowdEkrMllUYVJVaVNyakhXOTJJNGJCTmYrQnoyZUxBam9tZWswVzExaHlZV210Rng2UjAxK0YzVzliWC9PenBUemQvTm9VVjZmV1FlVXBJVHBWWklxbHpKYkVUeEppU1oyRERPbStzMFZ4SWhDVEJzTTZ5YjQzOGZsc3FMSXR0R3NYMC9kZmY1N1pib216b2Zldnp1NmNhb3ZsNy9aaXh6TkVpRTRIL2ljbUpleGhMMHZQTTFnVWpEcjh1ZlgrQjNhTEplZW4xcHYzdWZuQ25XdlBYM1NUV0NQalNqekx1RHE3c1V2T0NTbm1TaVFTU1FkVzVlVXhmdmx5L2poaUJPUEN3eGtXSEV4QmZUMkh5c3U1YzhPRzluYUh5OHU1ZHRVcVhodzFpbWxSVWRScXRYeVduczZmOXU3bEpqdVpvdmRzM0VoYVZSVy83dGVQYWRIUmxEWTI4a1ZHQm4vYXM0ZGQ4K2M3SEUrYlJjYm92NDhkNDhiZXZia2pNUkd0WGs5R1RRMFBidG5DUnljNm44bGNrSkJBa0pzYlQrL2NlUTVYNU96SXE2OW41TktsL0duRUNHYkh4WEZyMzc2Y2FXd2tzNmFHVzlhdlo1dEZadkc5bXpaUjF0VEV0Zkh4M0ptWXlJR3lNcWIrOEFQVFkySnN4TnlqRlJXTVc3NmN2NDBlemNTSUNPWjVlWEd3ckl4cFAvNkluNnVyUXpHM3pTSUxkL0dwVTBSNGVuSmRmRHd1S2hXNWRYWDg3Y0FCM2p4OHVOMHZXU0tSU0hvY3h4YUxnaWJuV2dnTHhGTFU4VStLektucVhITlJzNVphVVZ4dDB2TWlXK25BaCtaemh0NHBNbEl0cTRlYlVHcGcyc3NpeTJuSGExQlRZTnZHRXI5WUlRelhkN0tNMGg0ZS9tS001OHQzOTRnQ1ppWjZYUTNYLysvOCt6MVhSdndhbWl3ODlFMkY0Y1k5QVRxTEpiM2VvZDA3cml1SnRCL0VVdTdFYStIUXgxMjNkOFRvM3dwUDY0STlRc3dBOFowdFB5bUVwOEczV1l0T29RT0ZTTC9xY2Z2OURiNE5wcndveHRlVkpZZmFWVXpFR0F4bnR4emE5SDA3MzlqYSs3NklmeE1hajg2OW1pODJDVlBCdjVmdC92N3pJTnBpNVp4SzAzMWp1dEtRY1NYalN0SXRTREZYSXBGYzlneFl2Tmpoc1JGTGw5cmR2N2UwbEd0WHJlcXk3OVY1ZWF6T3MxMmlvL2pQZjJ6MnRSa00vUDNnUWY1KzhLRE5zU0ZMbHRqczgzY1ZTMm9zL1cxZjNMZVBGL2Z0czJuYkZROGtKMVBUMnNyaUR0NjB6dkRiYmR2NDdiWnRkbzg5dVhNblQ5b1JpQXNiR25oZ3l4YllzcVhUdm10YVczbDQ2MVllM21yOVI5V3VNMmQ0d2M3blBGcFJ3UndIaGRVNlh2UDI2OWRxdmlsZWxwWEZzcXlzVHNja2tVZ2tQWTR5WTRhU2Y2end6SU1PVlorZE1Pc0pIeUtLYU5Ya2lRd2J6eEJ4dzZuWFF2MFpJZWlPZWdDT0x4SDdmYUpGTVpUalM0WHZyaVUrVVREbmJRaE9GdjZHM2hIQ0Q5SFJEYXg3SU56OG1EanU2RWJiTGdvSVRMUXVYSFlwU0Y0Z01tbzc0dTR2TXBJSExyUTlwbStEMUU0SzNxVC9aQzRJQktMWVRGU0tLQlRVYk9FM0dUM2FYSWhHY21GcGF4RVpkLzRXZnNacVYzTnNLWjI0VlZhNVFNb2pFUHl6RUowOFE4VCtSdU1xcUlPZndOUy9RTVJ3c1l4WnFZRnByMEJGRnFUL2FOMlgybDFrWVE5Y0NIdmVGYUpWV2Jyd3A3YUhRZ1Z6M2hFRnAzNTgwUHA3MHhWQlNTSWVMOFJFeWJrU054Rzh3MjMzQnlXSzV3RUw3R2ZsbjFvdlBMRHRVYmhQckdTd3BPOU1JZnBaVHVhNGVBdUJTbkxoa1hFbDQwclNMVWd4dHdlamNWR2liZTArRDBkM1R4Vk5EZWUzSkVDaEFDOC9EWFZWRnliRFRhVldvRklwYUcyUlhwYVNLNDgrZm40WWdJenFzL2dqd2c3OS9QMlpHQkhCTzhlTzBhaTdBRXRWZnlIMDhSV3orQ2ZQOC9wSkpCSkpqMEh0RGhoLzB4N2FmM2JuUm8wVXozbTd4SFBrY0NpMktQUzU3Ujl3OTNxWTlqZFkveHpNL2E4b0RMUDFGZXQra3VlTHJLdVdPbGh5azdncG5QazZqTGhYZUNRV2RoaVhUeFFzK0J5OFFrVlJtTE9wVEI0MVNnaW1aZWxkdCsySytFbldSWGVDK3psLzdyU1hSV2F6STB6TGRpMXBhK2xjekswdGhFcUx5VVUzZi9GY2ZkcDZhYktmOVNvVnlZWEdZSXdySTllOFozMjRZRGVkRWpaSUNGV1djYVZ0aEhLalVIUnNNUXk5Uy9oS2Yza2RUUHFES0FEMTlRSXhFV0RaejV4M3dTc0UxajBONlN2ZzlwL0VSTW1tbDJ6OXN0V3VRbkJLbUFhYi95b21ZNXpGeFF0aXgwSHBCY2owQytsdlBablJXWngwWlBpdklhNFRMK2lwTDl2Zlg1N2hXSFJxckxTT0t4UDFaenJFbTU5dEc4a0ZSTWJWZVNIalN1SUVVc3p0b1V5NEpvS3dHQStXdjU5Rm04NWd0NDFDQ1M2dUtsemRqUTgzRlc0ZTRxSFRHa2cvMlBtU0FLWFNYTFRYMVYzRnpZdjZjbUovRmJ2WDJ2cDlPc3QxOS9iQ0o5Q0ZyOS9NT0c4QlZxbFNjTXVpdmhUbU5MRHgyeTZXN2hseDkxUXhja29vTzllVW9ETUs0UW9sS0pYT2xwZkM0Zlh1aU5wRjZWUTdYVGNLOHBKZk5nckE5TzBiSFJyS3lKQVFkaFFYVTluaXdOZklTUUpjWFhseDN6NCtPM215NjhhL2NFelhVQW44WnVCQUFPbUZLNUZJZnJsRURCY1pub2x6eEhaRkpyaDZpZGNySHJIMnZiTjNvMlZKNUVoUm5LenlsTWlRQ2gwZ3NwUk0xT1RCNXBlRlVCdVZBbTQrb2lKNHh3eWoyaUpSTEdYbElsRWxIT0NMYStIYTkySGhONks0eXI0UHhQNCtNNFRRYVdnVFFtNW5HYlkxK2Vhc0t4RFpVUk9lRnEvSFBBTEJTYkQzdjFCc1hOM1NXQ0dLak9rNnFVUnVTZDhaMWxYTFRSNk16dkN2UlB2N2IvdEppTmxmWGU5OFh3YUQrSGViOVM5cmYwS2wwV053NFRmV1lvUlNZMXZrUjNKK0JDU0lqR2UvT0pGSmwyMVI0R2ozTzNEbXFIbmJrYmhoSXRJNFNXTHlvNDRlSXp3N1RmKzJlaDJzZmh4dVdnWjNieEQrazF0ZU5uK1BUZFFXUTBNWi9QU3c4TWtHK0dLdW1DaVo5amVJVG9HMXo0anZlMUNTeUl3UFNJQ05meGFWNkIzUlVBYTFIZTZqUmo4cU11aWlVdUMyRmJEdnY2STRva0V2dnB2Rmg3b3VaR2dpZkxEMUpBbk8zUjhCNGpmQkhsZjlRYXdpK0ZlaVkyOVBlK2hhWWRoZE1QaG1PMzArQitOL1o3RkRJZm8yeVB1MEM0YU1LeGxYTXE2NkZTbm05bEF5ajFUVGYyUUFrK2RGOGZNU2tjRXdja29JZlFiNTRlS3FST09xUXEyeEwxQWFETkJRb3lYOVVCV0JvVzcwU3ZiQnpWMk5tNGNLZHk4MTNuNGF2SHcxN1BuNURJZTNpVCthSjh5SndOVmRDTUVqcnc2eDZiTWt2NUg4elBvdXgzMWlmeVZYejQ5aTVKUlFkcXdxN3JLOXU2ZWFrQ2gzaDhmTGlwdElIT0pIY1c0RGpYWDJNd3JycTdWVW5Ha0d3TnZmaGFSaC92Z0Z1YkxpMDlQbzJ3eU1uUkhPb0xHQlhZN0Z4RGR2WjFKWjJzS052KzFOUUlpYjNUWXJQenZObkx2aW5PcnZrNytuMDFSLzVXUkRTczZkVVNFaHZEcDJMR1ZOVGN5SWlVR3IxL1BzN2k1bXJwMWdSMGtKTyt3VVpic2MrWFRLRkZRS0JmMERBaGdTRk1TYXZEeCtMbkJ1TWtnaWtVaDZITDJtd1BpbnhPdk1OWkM3WFdTNHJuakVlSlBvNUlvcWxRdEVqaEJXQ0NBeWZsU3Uxb1ZMUU53c3Q5YUxHK016eDZIS3ptUlkvaTd4c0tReUM3NmNDOWU4QXhPZmcvQmhvSEVYMlVGRkIySEZieDBYcERIeDFUenphN1didU5tT0dDWUt1ZFRrdzZnSDRaYmxRaERlKzEvSTNuQjJWY2JYUG5QcFBYUFZidERXQ3U4T3RUMFdOUXJtZlNLeXpPd1ZEZEo0aUg5dktleWVQOTZSY0tQUmdxc3lTeFFFYXFrWGNWV3dCeHJPd3RjNVpxeDVraVM0bjVpQTJkaWhZRjE5aVRnZWtpd0tET2JacVYvUVdBWmZ6N1BlMTFvSFA5d1A0MzRIb3g4Ui9SZnNoWUUzaWUvSWtsdkVlRHRqMDB2VzJ5UHVnNUgzaTZYcGU5OFR2cVJ6M2hHVE9mdi9UOWlzbk0za3hKR3ZMNzIzcDhwRkxOMy81a2I3eHg4OUFadGVoSXpWOW85clBFVFdwK1Q4a0hFbDQ4b1NHVmNYSFNubTlsQks4aHJadTc2RTBkUERPSlBYeUxIZEZSVGxOS0RXS0dsdGJxTzFSVTlyY3h0UkNWNzBIZUxIaWs5T1UxM2VRa3RUbTFWR3JLdWJpdVNSQVRRM3RlSHFya0xqb2lUemFBMk5kVnJLQ2tWMlFuSktBSDBHKzFKYnBTVXkzanBMUWFGVTRPMm40Y2lPY3FmRTNKT0hxeGswTmdnWFYrZG1qOEppUEpoeGF3dzZyVUdvMEhiUWFmV01uMlhIOXdWUWE1U2tIYXhpODNlRkFKUVdOTEg1KzBLbUxJaGk4dldSYkZnbVJKeTZLaTJidnpjTE9rcWxBcldMdUpZbS9JUGRHRC9IL0Q1NzFwOFIyYzZlS3NiTkN1Znc5bklxaW9Wb1hGSFN6SWFsQmZRYjRZOS9zQ3M3VjV1RnNzQndONGFNRDJMM3VqTTAxR2l0M2tNaTZZenExbFlTZkh4SUNRM2xTSGs1Zjl5eng2cFltS1JyS2x0YWVDQTVtZXFXRnQ0K2VwUS83T25panpHSlJDTHB5ZXovUUFpWkxiVm0zOXI2RWpqNWsrTnpUTjZDdW1ienZ1alJJaE0xZjdkWStqcjhYbkhqVzVZbWpxdmRZT3dUb2loWFhZbXdCeGg4Rzl5elFXVHZIdm15NjVzeXZRNU9mQ2RFeVQ0elJPYlYrbWZoNkdMTTYwNjZRS0VVV2Nqam5oRFpYUmtyUmFhdlhpZThaQWZlS0c2K3IvOUlpTTNiLzlGMUladWV4RzAvZ1Uray9XT21LdWgzclhQNE56RUZlMkg1WGVJNnFlMG5ISWkrakgrSFcva3FPMERYZk9WbFVlWHZGRlhZMjFxaDRoVHQzOCt6alN1TnA4akNPN1ZXYkk5K1ZNVHFjWXQ2REFOdUZJV1VWQm9oNmlRdmdGdC9FTi9uUGUrS2VPNkszTzBpcGdMN2lyZzQrREhzL0Jkb0c1ei96QkhEUlZ6RmpCTVovajgrSk1TMXJKK0Z4K2E0MzhHVXYwREtiMkgzdjhVeWRudSttajJSeVgrRy9sMElaZFArSmo2Zkk5N3VMNTQ3aXhtVDE2dmFyZXZZYXRNS1AvSXJDUmxYTXE0Nkl1UHFvaUxGM0I3TW9lM2x4Q1I2a3pUY245UjlsUlJtTjFDWWJmM2o0dTRwL2drclM1dHBxTFg5WVNnNjNjQW5meGMrWStObWhST1g1TTJXN3d2Ymp5Y004R1hDbkFpTzdxeXdtMGs3WlVFVW5nTjkyeTBicnA0ZlJVS3lUNmZqVmlnVitBVzYwSHVncjhNMnVSbjFyRnRzTGhxMStLME02cXJOZ2VudXBTWWgyWWVjdEZxN244dkV6WXY2Mk96TE9GeE5XSXdIZlFmNzRSc29scXhwdFhwYVNRRVZBQUFnQUVsRVFWUUtzc3pYcnU5Z1A2YmNFTVY3Znp6ZXZxK2pQM0h1eVRvQWVoay83NUVkNVZiWndSbEhxb25vNVltbmo0YU1JMlpQenRobWI0YU1EeUkzdlpiS1VwazlJWEdlazlYVlJILzIyYVVleGkrYVJkdTNzMmo3OWtzOURJbEVJcmt3TkZkRGFXcm5iWWJjQWY3eDRnWlU3UzRFejlwOGtYMWt3bFNRSkgrM3VQbnlpWUExVDRKSEVBeTlVd2kzN3Y1d1lqbHMrSlBJemozeEhjeDZVeXpOSFAySUtDcHpZcm5JdEFWeGJuQS9VVUU4T2tYY2ZLdmRST0diZ3grTFRDVExHM1JIcUZ4RkJtN3ZhZEIzdHNnOGJxMFhHVDhIUDZGZEVOQnJoYWg4ZkJrTXZVUGNITS8vVEhndmJ2dUhlVndBQWIzTldVd0s0MHEyNi85bm5jbHNFay92czhqVzFiaWJsL1VDOVA2VldITHJDTTlnSVlTT2VzaHhtN0owa1VHc2NvSFA1emh1RnpWS2VBdC9QQlVheWgyM1UycUVmK1NOam91N3R1Tk1KdGUzZDhMcHpvdVZYbmJvZFYzSFZleDQ4ZS9mV2kvRTljVFo0dCs2M01LL09YNmkrSGZOM3kyeTNmdk9oSjF2aXY0SDNTd21UUUlTb09RSXJGb2tZbVAvQnpEOUh6RGtkdEVtNjJkUkRDL0RXTnhWNHlrS0ZZVU9FTm4wc2VORUFjSG1hdGozUGh6NHlNa01SNFdJejE1WFE5SWNzWVRjb0JjeHRQVVY4YmxNbk40cUhyMm53OFNuWWVwZlJaYmhqdGNoN1Vlc0ptTTZ4c3VvQjJENFBiWnZQL05mTU9OMThWcmxJanlpVFlRa0M2SExFV0dEeGZQSSs0VE5qRDFhNnVESUYwSUkydlNTYmFha0pZdE93cnBuNEdRbmhZMVZybUo1dURNeGM4dnlydHZzZlU5TVJGMUp5TGlTY2RVUkdWY1hGU25tOW1RTXNQYXJQRnBiOU9qYm5NeG9PQXVTUndVdzRab0lNbzlVVTF2Vnl0UWJvdG44ZllISWtrV0l2MzJIK0xGemRRbVZaNFFvZVRxOWxycXFWcXQrd3VNOGllemx5WkVkNVdpZDlNbXRMaGY5MVZhMmNueDNwVlUyc1VxdFlOWnRzWGo2YU1qTHFIUFVCU0NFMjlyS1ZwdjkyMWNXYzNSbkJUVVYxc2VpRWtUbXNYK29xOVYyWjRKeFJMd25OUld0RG0wZUpCS0pSQ0tSU0M0WkhrSEN6dzZGRUNzclRvbnNLRXZjQThTTmFuVXVCTVNMbTlmOFhVSU1qWnNvN0FkMnZXMjl0TFRrQ0h3eUhmcGRKMjVBKzgwVm1WRURieElaVVM1RzcxN1RqZmloenlCakJaUWN4V244NCtHT1ZlWkNPVFg1NGtiMzhHZlFYR1AvbkxZVzg3TFZNWXZFemZ1di9nR2ZUamVMdFhYRlFndytXem9XaHVrOVhZak1YZEdabUp2Mmd4QnpIMHN6QzhpZFlYbFRiNCtLRFBqMnJndDNRMXVaZldINnVkd3c2TVYzQytOa1FIMkpXT1pkWTFIQXp5dGNURmprNzRGQk40a2wxcnZmRVpZZzQ1OFNTODNYL0U1TWpKaXlueHZLWVBuZElwTnY1QVBRWnpya2JoT2kwQTFmaUhnMlVWc0FXUnZFTXViY2JjNW45Q2sxSXE0Q2pVa3ZMYlZDYkRyd29SQytISEZxclJEQkJ0OHFNZ3AvOWFvb2tsaWRhMjd6OHgrZzlTd3lGMEZNT1BsR203ZERCM1llTTZZeGo3amY4Zkc2SWlFNnpmOVVYTXV1bVBtbWVIVEdmNFpldUxncU90aDFteXNSR1ZjeXJzNEhHVmRXT0Y4VjZqTG0zZWVPM3FWUUtENisxT000RjRhTUQyTE1qREErKzBlNlhVRXlNTXl0UFRzMWFaZy93Wkh1YlB0SmVKYjVCN3ZpNHFaaTE1b1N3bU05bUg1TERFMzFiV3o4TnArUlUwT0o3ZXZOZ2MxbDdQMzVUS2RqR0RVMWxPR1Rndm40YjJrME41NmRwY0Q4QnhNSUNMR3V6cWhRS2xDcEZlamJERTZMMk4vOE81UGFLdnNwOStObWhSUFYyNHNsLzg3azN1ZjdXNzJIcVRqWnljUFZuRHhVeGJ3SEV0bzljMFZEdVBQM1NadzhYRzIzTU55azZ5T0ppUFBrcXpjejJ2ZkZKbm96Ni9aWTYzNHVFYWFycHdBTUJrT1R0cTAxYWRHckkvSTZPNmZiZWZmZHU0QmZaUHhkU2NSNGVWSGIya3AxcSsza3lia3lJamlZd29ZR2loc3ZVejhsMHpKWmhRSU1oaVowdWlRV0xlb1I4V2RZeVYwWVpOeEpMa09zL3VPakNRTkppbXU1SkhGbmVEMzZMZ3pLbmhObmFqZHhnK3dlSUc3bzlEcVJtZVFYSXdxemRJVm5pQkNFWFgxRXRtN2xLVkg5dXZpUWJaRzBzMkhrL1NKNzUvUldJU0NmTFVHSmdNSWlzMHRoL04yOXdxd0RMaFVHUXhOdHVpVEZNMFhkRW1jOU5xNFVTbkR6TnhZRlZFRDhKTWpaVEpjV0kxNmhvaUk4d01SbmhKMUplWVlvMW1TWmRYZTI5THBhK0k3bWJvZmNIV2UvTk5uZEgwSUdDTEhMaEVMbHZFKzM1UHlRY1NYalNuTGg2ZWE0dXRqSXpOd2V5UGc1NFFTR21uMndObjFYYURmNzFCbVNodm5iRlArYWZuTU1BUHMzbHJKcmpSQW9pM01iK2ZhOUxPWS9sTUNDaDN2VHBqT3dhWGxodTcxQ1oyaGNoQzlYUjVzQ1o5aTVwaGdYVjNPV3d0QUp3UVNFdWJINSswSmFtcXgvMUZScUJSUG1STkRjMk1idWRkYkNhbU85anJuM3hoTWFKWHhXc2svVXRoZU9NMkV3d1ArOUpGTDhUVFlMcG0yQTBHamJRbXhSQ1Y1NGVLdlJ0clFSMzAvWUxaUVdObmFheVN1UlhJNjhObTRja3lNakNmLzRZM1NPdlB3QU41V0tGMGFPNUtPME5ESnJyTE9xN3V2Zm4rcVdGcFptaVlycisyNjRnZWYzN09HdkJ3NWMxTEZMSkJLSkJMUGxnV1VWOGFZSzQwMnlFNWlXb0xiVXdycW5MOXk0OW4xd2Z1ZVhuK3l3dzNFZEJvbmtnbU9LSzRQZUlwWU16aGZucTdkSW10bjY5d3MzcnV5TjVvS0g1MEpUbGJYZ0JGSndrblFmTXE0a2tpNlJZbTRQcEtsZVI3MjdGbTlmRjhMalBOQzRLSW52NThQVUc2SnMyaXBWSXJuNmxzY1RiZjV3cmFsc1pjbTdwOWk1cGhpVlNzSHRUeVhSMnR6R1YvOFNXYVNXemVQNmVUTmlVZ2p1bm1vS3N1clo5bE54dXhWQ1Y3aTRDVEYzME5pZ0xscEMrb0ZLbWhyTVAxakZwODBaZVVuRC9BbUw5YUNtb3BXQUVGZk81RGRSa3RkSVU0TU8vMkJYSnM2Tm9FMW5ZTlVYcDZtems0VjdlR3M1YnA0cWhvd1BScVd5VFRyM0MzTEYyMThEaUl4bGdPZytYdTNIN1NWd0RCa3ZQdE9vcWFIdCs5Wi9rOCtwWTJhUnlpQnZHQ1MvWUlZRkJmRlNTb3JkWTY4Y09NQ09raExjVkNwbXhzVHdaVVpHcDBJdWdMK3JLL2YyNzgvMG1CaEdMMXRHaTE0RWxscWg0TlV4WS9neEo2ZGR6SlZJSk4yQVFnMUtOMmhyQkN6K28xTjVnYjRGREQyNGtJVEtHOExuUTlrYWFIR2ltSWxFSXBGSUpCS0pSSElGSU1YY0hzaUJ6V1dBS0x3VkhpZXlhS3ZMV3ppODNiWVlRbGlNQjFHOXZVamRXMkhqVjl2YzFOYWVuQkEvd0FjM0R4V3R6VzBvbFFyYWRBYjhRMXhKSE9wUG40RytlUGxwcUsvUjB0cWk1OWp1Q3FlRlhBQTNkelVZWU1Ta1lJZHRsQ29GU3BXQ3JPTTFWbUt1SmVrSHE4aEtyU0UwMm9Qd0dBOVNwb1hpSCtKS2ZiVVdUeDhOclMxdHJQMDZqL3BxK3plZXVVWi8zVDZEL093ZVR4em14NEJSNWl6bDFtWTl2MW9ZMDc2OWM0MTFBYmpnU0hlaWUzdFJrdHZJZC84bi9NUWVmR2tBQUxjOW1ZaUhseHFsVW9GQ0FmZS9rTngrbnFuT3hnMi82WTNCQUdjS0d2bmh3MDU4ZENTU1M0aFdyNmU4cWNscW41K3JLM1BqNC9ra1hTeFpuUlViaTVkRzA3N2RHY1dOalR5NFpRdExwMC9ubFRGamVHS0g4UDY3T2lvS2YxZFg2clJhRmlTWWk4a2tCd1JZYlFQc1BYT0d2UHA2SkpJZWd5WUlmQWFjZno5NkxWVHRBSTAvNElSM1psZTAxWU8rR2J3SFF0UmRrUFlrTmtzUEkyNkNJWi9EMW9GUVp5ejZxZmFENlZXUS9peGtPWkd4RW5rN3hENEFCMitDNW9LekcyT3ZwNkJ5TzFUdkV0c2V2WVhBYkkrbVBOQmIySzY0aHNMZ2oySDNaQ25tU2lRU2lVUWlrVWdrUnFTWSt3dWhxcXlGZlJ0dEt5d09HUjlFVkc4dmp1d283M1RwZjdKUnhIVDFVSFBiazRsc1gxR0VwNCtHZ2FNRHlUNVJROXEzVlF5ZkZFSlVnaWZoc1o1NGVtdHMrc2c2WG1QWEU5ZkxUMFBGbVdhV3ZIUEs0ZnVQbVJIR2tQRkJ0RGJiRjNLOWZEWDRCYnNTR09wR1VJUWJZZEVlK0FTNFVGK2o1ZVRoYWdCNkQvVGwybnZpMGJicU9aUFhTTkhwQm5KUDFsRmU3RVNsWkFQc1dYZUdQZXNjKy85MnRGbVlNQ2ZDWWRzRG0wdlJ1Q2pwUHlJQXRZdVNvenZOUXJ0L2lCdjlSL2h6WkVjNWpmVTZXVGhOMHFNNVZsbkpYUnV0bHdzTkNBaGdibng4Ky9hZGlZa0EvSHp0dFE3N1daMlh4dzFyMXdLd0xDdUxwVmxaTEJvOG1COXpjdGhjVk1SREF3YWdOeGk0T3ltSnU1T1MycytibDVEQU5YRnhWbjM5ZXRNbThrNDUvajJSZERNUk44SFFyNjMzdFRWQS9Va29XZ3c1YjRHaGd4V1FRZzI5bm9Db3U4RWpIclNWY09aSFNIOU92TzVKWTIxSENUSDNRL0lic0RaQWlLUW1Bc2JEaU8vT2YzemFDbGdYQkJPUGdWdmsrZmVYK2dpY2ZnZjhSb3JyM1ZJRTJhK2ZmNzhkYWNvRHIyUklXUTg3VWtEbnBEK3EwaFhDcm9mRWwrRGdRdkVkR0w4Yk5JSDIyKytlRERXSElmR3ZrUDNhaFJ1L1JDS1JTQ1FTaVVSeUdTSEYzQ3VBa0NoM3d1TThxS3ZXb2dDS1RqZndxNFV4N045VXlzZXZwS0ZyMVROK2RqaFJDWjdvV3ZVTUdCVmdkYjZwV0ZocFFhT05tS3RTSy9BUGRpVW5yZk1iTzFjM2tZSFUwa0hNOWZiWGNQTmpmVkdwRmNiamVzb0tHa2svV0VWZVpqM0JFZTZFeDNxd1lWa0JlMzgrUTNDa083MEgrdEo3b0M5UnZiM1F0dXE3RkhOVmFnVTZyY2hhdm5wK0ZBbkpQalp0dm40cjAycmJ5MDlEWUpnYkZTWDIrMDdiTDd5RSt3enlvN2FxbGFNN3pYNXpzWW5lOUIvaFQ4Ymg2a3RlQUUwaU9WL0NQVHlZR1J2TFp5ZFBjcXpDL0QxM1ZhbjRhMG9LUDUwK3pkYWlJckk2K09NK3NuVXJ1WFYxN0NzdFpXaFFFTmZGeC9PSDNidjUyMEZ6RlZMRHd3L3psMzM3cEdmdUw0WEdIS2cvSVlSYTkyandIUXErd3lEMEd0Z3pUU3paQjBBQnc1WUlFYS8rQkJSK0tkckZQQUQrNDJISGFKRlIyaVBHYWh4djZEWFE1OCtpalQzS040ak1Wa2Y0ajRPQi80V01QMEZKSjZLdnFXTHk4WWRCNVdHL2pjb1RCbjBJRlpzaDcvMU9QeWJWeHRqSi94K0V6SWFrVjZCeUcxVHY3Znk4czZWeUMreWRCV00ydzREMzRQQ3R6cDJuYjRHOU15QmxIUXovVm1UMkF1UytCeVhMemUxY1EySElGK0sxMmd2aWZnT0ZYMENyN1lva2lRUjNmNGdjS2FxUmQvUWFEQnNFZ1gwaGRablk5ZzZIdW1MYlBpUVNpUzFKY3lGN0E3UjIrRC9hTzF4VXRzL1pBbzFsMXNXbEpCSko1OGk0a2x3a3BKaDd1YU9BaWRkRVVGWFdRc0dwZW1JVHZkbXdySUQ2R2kyTjlUcDByWHBTcG9VeWNFd2cremVWc20rRGRmYXZVZ25YM2RjTGQwKzFYV0V5cXBjWEtyV0NrdHpPcTlHN3VLblF0dWh0ZkducnFyUnNYMUZFWTcyT3l0SVdtMEp2Q2NrK2hFU1pNMmJMQ3Bzb0syeGkxNW9Td21JOXFPcENMSTN1N1lXN3A1cm1SbkVEclZJcktDdHFadjhtOFVQcEgrekcrRG5oN2RZSUp1cXJ0U3o5enlrR3BnUVNGTzdXc2R0MnZQdzBEZ1ZmeVpYTmdvUUVsazZmenFzSEQvTEJpUk84Tm5Zc2t5TWowU2lWYkNvczVKRnQyemhkVjJlMy9WdEhqL0xxbURITWlJbkIyOFdGNHhVVi9PM0FBYjdMc2Jick9IN1RUU1FIQk9EMXdRYzhNV1FJdis3WGoyQjNkL2FWbHZMb3RtMGNyYWhnVkVnSXI0d2V6YWpRVUxSNlBUK2RQczJqMjdaUjArcGNVY1VIazVQUktKV3N6OC9uaTR5TTl2MUpmbjc4TlNXRnJ6TXorVG96MCthOE0wMU5QTFZ6SndBSnZyNmtWbGJ5MXRHajUzSXBKVDJGTXovQ2lVWG1iZS9CTUdvRkJFeUEySWNnNTE5aWYrUnRRc2c5OHlNY21BOEdIYUNFNFVzZ2JEN0VQd2FuWHU0WlkvVk1ndEhyd1MxS1pKKzJsb0dMSGN1Z3RqcXpSWUU5UXE4VHp3V2ZROU5wNThibmlJaGJ4UE9wbDZIODU2NzdNbkhzWVFpOEdvWitDWnY3UTk4WHdidS8rR3dBeVcrQnp2aWJvekN1dm9tNkhmeEhpOWNaTDBMdEljZjlWKzhTdGd6OVh4ZENhOWxxNThhbHE0VzlzMkg0TW1nd0ZxcHF5QkNmelNVRWRQWGdHdUw4NTVSSWh0NEpZeDZEVDJmWUZqL3JNeE5HUFFScDM0TnZETnkxRm80dWhpMHZtd3ZxU0NRU1c2Skh3K3kzWU1QemNQaHo2Mk9CZldIR2E3RHNOc2l2Z3B1V1FWMGhyUDRkMUJaZW12RktKTDhFWkZ4SkxpSlN6TDNNNlQ4aWdPQklkOVovazA5b3REa0xhTS82TTZqVUNpYlBpeVJwbUQ4SE5wZHhPcjNPK21RRlhEMC9tcEJJRDM3NkpJYzJuVzNobytTVUFBd0d5RDVSWTNQTUVqY1BsVjJMaHBnK1hqUTN0YUZVS1FnS2Q3TVJUdjJDWE5HNHFPaGxKNXNXd01OTGZJV0xjeHRwcXJlMk14ajlxMUFTaC9uVFdLZWp2TmpzQ2RyVW9LTWdxd0VBYmF1ZHFtZEdxc3M2RjRvRFFsM3g4RkpUVnRUVWFUdkpsVTJrbHhlNzU4OG5vN3FhbjA2ZlptSkVCSFBpNHVqajU4ZWd4WXRwMVZ0L0I0UGMzZG16WUFFTldpMXI4dktJOHZKaVVtUWt5MmZPNUk2ZmYrWnpDMEhWeERzVEp6SXhJb0t0UlVVTURRN21xb2dJTnN5ZHk4SzFhMWs1Wnc0SFNrdjVJU2VIYWRIUjNKR1lpSitMQzNOWGR5M0VlS2pWUERSQStJUU9ETFJlRmgzdkkyTHlkSzA1S3ovUno4L0tNbUYxYmk0bnE2dVpHaFhGanVKaVhoODN6dVk5cm8yUEo4ckx5MmIvdThlT2NhenlJaTdIbDV3L2RVY2cvUTh3NUZNSW5Xc1dTT04rQ3hqZ3hPTkdJUmRBRDJtL0YySnUxSjBYWDh4MWRxd3VRY0lLSVBORnlIb054dTIyTCthYVVIa0tRYmdqSVRPaHBSaThrc1NqSS9wV3FPaFEvZGdqd1N5cVdoSjlEelFYUVhPaEVKc2QwVkprYlhmUWVnYU9QUUJOK2FLb21hRk5YSC9UTEtwcEd3RGpES1pCYjdIUGlXS2V1ZTlDdjc5RC96ZGd5enJBeVFyTTJncGhvZENScTdQaDVCK2g1SHZuK3BGSTFHNHc1SFpJLzhsV3lBV3pZS3ZVUUZVMi9QZ3d6SG9Eb2xQZ201c3RxcUpMSkJJclJqNEF0UVZpOHFNamxuR2wxOEh5dTJIdWYrSDJWZkQ5cjZGd2YvZU9WU0w1cFNEalNuSVJrV0x1WlU1NG5BZTU2WFdjT2xaakplWXFsSEQ5ZmIwSUNIVmo4L2VGRkdiVnMvRFJ2bVFlcVdicmo0V29OVXFtM2hoTlRGOXZ0dnhRU0dGMmcwM2ZFWEdleENaNmszT2l0bE8vWGdBM1QxVjdkcXdsbzJlRTRlM3JZdmNjdFVZVVRRT1lmbk1NcmMyT2hkZDFpL1BJUDFWdmZDODFrUWx1WURCd2VIczVReWNHYzN5MytZOTNsVWFCcDQrNnZlMjUwbnVnS0xSMk90MUo3MERKRmNsdGZmdnltNjFiK2M5eGtkWG5vOUd3OTRZYlNQVHpZM3BNREQrZHRzN2l1NmRmUDE0N2RJaG5kdTFxcnp0L2ZYdzh5MmZPNUswSkUvZzJPNXRHblhVc0pmbjdNMmp4WWhwME90UUtCYXZtekdGYWREU3JyN21HTnc0ZjV0bmR1d0ZobVpCNTY2MWNFeDlQdUljSHhZMGlvLzdhdURnQzNNd1RLWkdlbmdBOGtKeE1nSnNidTBwS0dCVmluVGszSkNnSWdFd0xlNFVCQVFHOE1ISWtBSjRhRGVYTnpXVFUxQkRtWVg4NStRL0dUR043eDExVkY2QTRsT1RpWThya05QbS9hZ0tFZjJ2ZGNXak10bTdibUMweU16MFR3VFdzK3d0YWRSd3JRTTErV0IrTzA2S2tXelNNNm1RaXhORXhrMWV1SmFNM2dIdXM0NzZ1T3RINVdBN2ZMakprTFNsZVluNmQ4Yng0anJ3ZGhud0dxWTlEZmFyWVp5cUFWdmlsY3dYUVRQaVBFd0swVnhKRTN5bnNIVG9qOG5ZaGx1ZC82UHg3U0NTZE1lUjJjUFdCSFE2OG9iWEdsV0pxRjlBMVFkWjYrT3A2R0NpRlhJbkVJYUVESVg0eXJQbWRLTlRaa2ZhNGNoWFBsYWZneSt0aDRqTlFZYnM2U3lLUklPTktjdEdSWW00UFJhR0FoR1JmQUh3Q1hNNTVLZi9SSGVYVTJ4RmFEWHBJM1Z0SmVVa3paWVVpcy9TSGo3S1pmVWNjL3NHdWVQbHFjSEZYc1c1eEh0bXB0bUtscTd1S3ErZEhvVzh6c0dkOTE5NHVYajRhU3ZKdHJSaVcvTnUyeUZGUXVCc0RSd2NTM2NlYnBnWWRYcjRhR3VxMHREYnBPYlMxakx6TU9nd09Fb2o4Z2wwSkRuZWp0bHJMdXE5ekNZdjFSS0dBd215elIwMXNYMi91K0gwbjJVNGRDSW4yNE83bitnRkNCQWR3OTFRemNFd2doZGtOWFFyWmtpdWJBMlZsN1VJdVFLMVd5NGNuVHZEUHNXTVpHaFJrSSthZXJLcmkyZDI3c1p5NitDNG5oMVc1dWN5S2pXVktWSlROT1gvZXU1Y0dvOENyTXhoNFB6V1ZhZEhSMUxTMDhPSytmZTN0aWhzYldaZWZ6L1c5ZWpFZ0lLQmR6SDFwMUNnR0JBYlNiT3hEYWZRZDJWUll5S0d5TWpLcXEvbm51SEY0cU5YdFF2TFlzREF5cXFzcGJ6Yi9ObjJibmMyMzJka0V1YmxSZHM4OUFHajFlcTV6SWd0WThndkZ4Wml4clJXRkt2SHFEeWlnOXBqOTl2WHBRc3oxNk4zOVltN0hzWUoxa2JPekllMHBLRjdtWE52K3IwSGdKUHZIQ2o2QmswYlJOZlJhR1BBdWJJeXo5Z0h0ODBkeC91NnBZdHMxRE1hYjR4cS9NZUNWYU40dVh0YkJrN2lEajlENUVIYWR5UHF0T3dHOW40UDhUK2xVQ0E4WUw0cktlU1ZDMnRPQTQwbFppYVJMWEx4ZzFJTnc5R3Vvem9YUUFkQllDWFZGNWpaYTQyb3A5d0J3RHhTZWhONFIwRklEdi9vN0ZPeUJFeGVnbUtGRWNqa3gva2tvVDRmVTVlQVpERDVSVUd4aHUyT0tLeGR2Y2N3N1hEeHE4bURzRTZCdGdHMy91RFJqbDBoNktqS3VKQmNaS2ViMlFKUkttSHBqTkFuSnZwUVdOREY1WGhSdDJqenlNbTBMeHBTWE5KTjJvQXFkQTd1QXNpTEhONnBwQjZyYVg2dGRsQVNFdXRGVXJ5TXMxb09jdEZxMnJ5eW12dHAyRmtuanFtVFc3YkY0KzJ2WXZiYUVxaTdzQ01KaVBIQjFWMUYxeG40N2hSSkNvenlJNmV0TnIvNCthRnlWSE45ZHdmWlZ4UXkvS3BqNC9qNHNmZWNVU2NQOEdUc3pqTW56SThsT3JhVWdxNTZpbkFZcis0YnFzaFoycmlraC9XQVZiVzBHWnQwZVIxNUdIYlZWMnZiamg3ZVhjM1NuZFZHVnhqb2RucjVpdVd0SG5iaXVxcFZEVzh2YXQwc0xteGcvSnh3WEZ5Vzcxc2lpR3BMTzJYdkdkcklqMjJoTjRPZnFhbk5zYTFFUmJYWm1LL2FjT2NPczJGajYrdm5aSER0VVZtYTFuVmN2ZmlzT2w1ZlQzR1l0dEJRMmlDeDdieGZyalBqdnM3TlpzSFl0QUFrK1Bud3pmVG9iQ3dyWVZGakl3TUJBWEpSS1pzWEdzaXdyQ3plVmlva1JFU3pOeW5MNHVUdHlmWHc4LzU0NHNjdDI5Mi9heEtxOFBLZjdsVnhpSW00V3p4V2J4Yk5iaEhodWRUREoxMkwwWmRmNFg5eHgyYVBqV00rSDFuSmJiOXd4bTZISzZDdHJpYTZUWW0rNkJtZ3VFSysxUmx1UjVrSUw2d1BqK1hxZHVWMUhvdThVeGVWTVZHeUdKb3YzTk0xQ09tT2owQmtLRjNFTlMxZEIza2N3OGtlSXZBVUtQM2Q4enJFSGhXRGU2MGx3RFlmRHQ1M2ZHQ1JYTnFNZkZjdFJkNzRwdnRjejN4UVpUVWUrQUo5b2NSTWNaSnpZdUdlVCtUeTlWaFNWcVN1R001MTRYMHNrVnlMeGt5SHVLbGg2QzJDQXNZL0R3SVd3N1ZYd0RCR1RJWDdHVlNRei9tbHhvZ0VheTZHMkNFcGtUUVNKeEFvWlY1SnVRSXE1UFpDcnJvc2tZWUF2VzM4cUltMS9GVE52aTJYMm5YR1VGalJSa0ZWUFE2MFduYzZBUVc5QTMyWWdQN09lNkQ3ZXFOUUsxQnBsK3pQQXdTMWxEdC9ITDhpRmlIZ3ZJbnQ1RXBmb2pWS2xJUHRFTFJ1WEYxQmFZTjhIMWlmQWhSbTN4QkFZNWtiNndTb09iYk1XUmNmTkNzZmJUME5Eclk3VzFqYlVhaVdKUS8wd0dPRFVjV3RmWFJkWEpkTVdSaE1STC93eVQ2ZlhzbXR0aWNpODdhQk5Hd3hDZkU0N1VFVkV2Q2Q5aC9oeDFkeEkzRHhVTk5UcTJQaHRmcnNQN3BFZDVhQ0FXYmZHNHU2bFp0OUdjMUUzeTljb1lQRFlJTFF0YmVoMEJub1BFcG5RelExbThhdXhYa3RwUVpPVjhEMW1laGk5Qi9weWJGZEZwMks1UkFKUWE2ZlFXR09IREZoTHlwcnRmNmRNbWJjdVNxWE5zVHF0OWFTTDF1akRhKys5VzR6aXJyMzNOcEZWVzh1SXBVdmJ0NDlXVkpCVlU4TzkvZnF4TEN1TGErTGk4SEZ4WWRsWmlMbWVHZzJSbnA0OHUzczMxUzIyRXp1QmJtNzhOU1VGRDQwZEQxRkp6MExwQmg2OVJDR3htUHVGaFVET0crS1l5bWlaMGViZ3Q5R1VDYXUwbmNpNEtIUTIxZ3VOWnhJME9SQmN6NGJBcTdIS1lIV1A2Yno5OGQ5QzZpSlJkRzdvVjJLZjkyQndDeGV2ZlFhTFovOXg1cjVVbnNZeDk0WGdHZWEreXRiaE1IczI0Z2JoTVp6L0NaU3VnTHBVa1oxYitCV09zM01Oa1BvWXREVkN4VFk3eHhVNFhHb2prVmdTa2d6RDc0Rk5MMEZURlNUZkFJRjk0S2Zmd0pCYlJXWlRYUkZVWklCdk5HejlHeFRzRjhWazZrczU3OGtNaWVSeVJPTUJVMStDakZXUXR4UDg0bURBalhEa0szRDFoZGdKSXE3T0hCY3hlR0k1SEY4aWhLYTZZdnRMeHlXU0t4MFpWNUp1UW9xNVBaRHk0bWFPN2FvZ2RZL0kwbG41NlduNkRQS2w3MUIvRW9mNjQrNmx4bzZlWTBQbVVjZEZ5VFF1U3E2N3R4ZEtsWUtpbkFhMnJTZ21KNjJXbHFiT2ZRTi90VENhd0RBM2p1d29aK2RxMnlXeWVyMkJXS013YktLK1JzdjJsY1h0ZGc0bVdsdjBITmhTeHZHOWxSU2NxcmRiWU0wZVJUa05GT1Uwc1BuN1FrSWkzZkVKY0drWGNrMm9WQW84ZkRUc1dsUGlVSmpHQU1takF2QU5GQm1LK2pZRHgzWlYwTlJnem9nNnNMbURHSzRRL3IrbjArcllzVXBtNVVvdVBJNjhZcU9OUmNKS215NU53YjMzVTFONWRleFlSb2VHOHZ1aFF5bW9yMmZkT1dUUWZuSHlKQVVOdGg3Y2NkN2UvRFVsNVVJTVZYS3hpSDlNUEN4cExvRDkxNXN0RTB3WnBRb0hmMTRvalJuaGJiYTJPeGNVWjhaNm9WR3FyVE5xejVVUnl6djA2d0wxdG9VUDJ6SG94TVB5ai8vZXowTEVRdXQyZ3o2d1BUZjZidkV3c2RyZGdmV0VBaEtlaGRZeUtGMEpHQ0RyRlJqeWhUaS9LMC9janRuS0psUnV3clpCSXVtS0FUZUlHQnYxRUl4ZEpIeHpjN2REeGtyeE1CRStGSHBOZ1pMalVIencwbzFYSXZrbEVEZFJaTFZyUE9DaGZXSlNwS1VHdHY4VFdtckZzNG4rMTBGTkFlVHZ2blRqbFVoK0NjaTRrblFUVXN6dGdhVHVyY1RRSVZNbDgyaU5mWEZXWVhURFV3QUdZOTZCQTAxMHg2cmlkZ0ZTMjZwbjhkdVpWaFlGenJCMmNSNUJZZTdrcE5rdityVnJUUW03MXBTZ1ZDbFFxeFhvOVFaMFdzY2liVWx1NXpmMHU5ZWRZZmM2Qjh0MURWQmEwR1JYckczVEdmanhmOW1kRmswRCtPcE5jWU9zVklteGRwbTRZWUJOeXd0UktoMG5FK1dlck9POVA4cGxmSkp6WTNod3NNMCtsVUxCbkZpeEZHZVBIZHVHaTRHbldrMkFteHY1UnN1RzkxTlRlV0xJRUg2Y05ZdGdkM2Z1MjdSSnVsOWVhVFFYUXVNcDRlZmFVaXFXOHhkOERucUwzM0d0Y1JXRFM0RDlQbHlNUmNBYzJUQjA1MWd2S0VwaEhXSHB4M3V1clBXekZvWDd2V2FkUGVzTVIrOFRHYnNnUk56QXEyQ1RoYSt1eGdjbVowSG1YeURuYmZOK1J4N0MwWGVEZDdMSUFEYUpyNFZmUThMVGtQZ1hLRjRLT3NjVHlMakZpSDhUeXd4ZXRRK2dCSjBzSWlweGdoUEx4ZExUcG1wSXVoYkNCc1BQZjdCdDEyZ3NjdVp1dEhMeERCRkxXZHNmTWJEcWNXeVdnRWtrVnlMNXUySFhXeUxiUFNnUkJ0ME02NTRSZ2xOSEdpdk5jZVhxWXhGVGNTS3VEbjRNWlduZE8zNkpwQ2NpNDByU1RVZ3h0d2VpYnp1THBXQmRDTGlkY2JaQ0xrQmRsWmE2cXE2emFQUnRCbHJQNW5OY0JMb1NjaTA1cTJzTzZPVTlnT1FpTVRreWtydVRrdmc0UGIxOTMrK0hEaVhCMTVlZEpTVWNyNnk4cU8rdlVpaTRLeW1KdjZTazhPNnhZN3g4NEFBZ0NyZTllK3dZZjBsSm9hQytuditsbmRzZkZuY2xKVkZ0eC80aHdJNS9zS1NIVWJ3TVRpenF2STBwZzlTcm4vM2pua2xDWUsxUHQzLzhRdUhNV0M4azNnTUFwYTJQN3FXaXJVNDhGQm9JR0FkVk8wRnJZWXRrRW92YkdxMzMyOE1sR0pKZUZmOW11ZTlhSE5ERGlTY2haUzMwK3ljY3U5OXhILzMvS2E3UmxnSG1mWjU5eEhPelhPVWljWUtTbytJUmxBaFgveGwydkNHS29LRUEzNThjQ0xBQUFDQUFTVVJCVkNqenpXOVFYOUYreWdzdzh6VlF1NHZ0dGhhb3lZZnFQTkI0UW12ZEpmc29Fa21Qb2JsYWVGQ3IzZURPdFhCNkM2UjlMNDU1QklOL25GbGMwbmhBdjdtUWRBMjRHZXMzR1BSaXVYaDFuam5XSkpJckhSbFhrbTVDaXJrU2lVVFNnOWhhVk1UN2t5WnhiLy8rcEZWVk1UQXdrRkVoSVZTMnRIRGZwazFkZDNBT0tCUUtGQW9GQzN2MzVvV1JJMG55OTJkTFVSR3JjblBiMjl5Wm1NZ2ZSNHlnU2FjanlzdUxqNmRNNGFFdFc5cjlmeTJKOEJSK25QWmNlUjlJVHJaYjRFM3RqSGVNcE9mVGVFcGtZUHFORkNKZ3E0VlZqWHNzZVBlSGlpM1FabXUxZ2NwYmVPbHFLM0hvMjlwVENidGVQTmRlZ0dJVjBmZFladzE2RHp6M3ZxTHVBSmNRbzYvdHVhQ0FJWitKak9yRHQ5dmFTSlN2ZzVMbEVITWZsSzJHa3Uvc2R4TXdFZXFPQVFaUnpNMmdGL3NBNm80YjdSYmFwSCt1cEhOVUxqRHJUU2hMaDMxRzJ4QlhiN2pYNk1lc2JSUlZ3SFZOMEZBR085NkU2dE5tMGJleERIU2RGKzJWU0s1SUpqMFBIZ0d3NUdienZocytoNkFrWWVGVFd3aHRyYUxnNEs2M3pYSFZVQVl1bnNMblV5S1JXQ1BqU25LUmtXS3VSQ0tSOUNCMmxaVHc0cjU5dkRKbURMZjI3VXU5VnN2WG1aazh2MmNQV2JVWGZqbXl1MHBGZ284UEF3TURtZGVyRjhjcks1bXpjaVVyalVKdXJKY1gvNW93Z2V2aTQwbXRyR1RXaWhVOE1tZ1FUdzRad3VqUVVKN1lzYU85TGNEWXNEQittRFdMdEtvcW5oazJqQzFGUldUWDFySW1MNDh4MzM3THdiSXlXdTJrdHJzcWxRd05EaWFqK2dJc1U1ZGNRZ3pDUDdYUG4wVzI1cEc3eFQ2VXdpNEFCZVM4WmYvVWxMVWlvM2Q5U005ZEFtMW9oY1lzYTJzQXQwam85Ymg0UGZJbnlQOElzdDh3WitrMlprSDFmdWZmSSs1UjYyMjNNR2crQjU5Zmo5N2ltamRraWt6bGM2SGZQNFhGdytsM29XeU4vVGJISGhiQzdPQlBvU0ViNm81WUgvZE1CTmN3eURKNnhQMGNCcWpncXFQQ3NzRjNPSlN0Z2xYR1AwbmRvczV0ckpMTG55bC9BZjhFVVIwOGZEQUU5aFdUQTEvTmc5cDhjUU1NTU85amtlRjAxRGlKNFJFRXQzd24yaXk1NWRLTlh5THBpZlM3RGdiZkNodWVGM0VUT1JMOFkySGxZMktDcExaUS9KODg4Z0dZOEhzNCtyV1lNRkVvWWU0SEVERU1QcDRpbHBSTEpCS0JqQ3RKTnlERlhJbEVJcmtJTE12S1F2R2YvOWc5dGlZdnorRXhnSTJGaGFRczYxcDhHYkI0c2QzOWg4dkxIZmIvNU02ZFBMbHpaL3Yyd2o1OThOUm9LR3hvNFBrOWUvZzBQUjA5b3VEYUU0TUg4OUNBQWJpb1ZNSXpkOGNPR25VNm50cTVrLzJscGJ4MzFWV3NtRDJiQTJWbHZIUHNHRG0xdGF5NTVoclc1K2N6ZjgwYXZwMHhnOVNiYithbjA2ZlpYMXBLWlhNemlYNSthUFY2ZEhvOU9tTVdua2FweEVXcHhFV2xZa2hRRUM1S0pUOFhGSENpU3Y0Qjg0c2s2NThpVXpYcVRwRlZXbnNRL0VhQjl5QW8vQUxPZkc5N2p0Sk5pSHJGUzNwMlFhekdiTmpVMjd6dEZnTXBxNFgvNitFN3dXY2d4RDRrSGtWTElPc2Z3cGYyYk5nMjVOdzhjNzJUeGJQU0ZUejd3cGl0b0hLSFE3ZWMyelh0K3hMMCtoMlVyZXZjc3FMMURCeStBMGF0RUlMODNobFFlOWg4UEhpYWVDNWZaOTdYK3hudzZnK1YyOFI1cC84TmFiOEhmWXZJN0Y3akxTd2dQSHFkL2JnbGx5ZmhRMkhnUXNBQU4zOHI5aG5hWVArSGtOcmgvOHZpdzVEeXNGaWU2dW9GOHo0Qk4xLzQ4Y0Z1SDdaRTByTlJ3SzllRVMrbnZFVDdtcXJpZ3lKVDBKTGl3NkJRUWNSUUtOZ0wwLzhCQ1ZPRUY2Z1VuQ1FTQzJSY1Nib0hLZVpLSkJMSkZjeW42ZWxFZW5yeTN2SGpWTGFJNWFlZWFqWGI1ODBqeHN1TFBXZk9zR2o3ZG5aM0tMejJ6YWxUYkNvczVPV1VGTzVLU2tJSkZOVFhrMWxkemEzcjE2UFY2NW03YWhYMzlPdkg3WW1KUERGNE1BRnVibWljc0ZNd0FIR2ZmWFlSUHEya1cyaHJnSjFYUWRMTEVEWlBpSXlOV1hEaWNldGlXNWI0amdDbGkrTmwrajBOdGE4UWJIcy9DMnB2T1BFRUZINEdoY0NwdjR2Q1lIRy9nY2hib09SYk9QazgxRi9FQWhhOW5vSytMNEMrU1JROE8zQ0RLRXBXOUEzVTJNc0sxa05UcnYyaVpVcDNHUGllRU9QclV1SGdqYmIyQ2gwcFd3MG5ub0wrcjhQWTdlSjY1SDBvM2lkc1BqUVhDVHNGZ0pnSFJkRzBzald3ZHhaRTNnNkQzaGZadlFkdUVGWWRiZlhHc1dqRXM3UmZrRlJtd1ludm9QSVVWSnlDcWl5b3loVkxWVHVTc3dYR1BnNGo3eGNDc01ZRHZyMExLakpCcVJiWnZCS0pCRERBa2E5QTJ3U1ZtVkNaTFdKTmE2ZFlhTkZCVWNBcCtRWVkvUWhFallJTmY0Smozd2dmYXEwZCt5U0o1SXBFeHBXa2U1Qmlya1Fpa1Z6QkdLQzl5Sm1KQnAyTzYxYXRJc3pEZzlWNWVRN1BMVzFxNHI3Tm0zbGgzejRLRzhRZkcrT1hMNmRPcTIzdis2TzBORDZ5S0phbWdQWXNYQmVqc0dzQTlBWURCc0JnTUtBSDZyVTlPRHZ6U3FOb3NYaWNEYnBxT1A0YjhYQ0dnSEZDaUN4MXNKVGZXYzVsckpac0hlRDRtQ1lBQWlkRCtId0l2UlpVbnRDWUF3Y1dRUGw2Y3p0dEJhVC9IckpmRndKcnpMMFFlaDBVZkFZWkwwQ3pSVXpGM2cvUmQ0blhDdU9mWk5NN1dJMG9YVVRXeGd5andOblJqYnJYazlEdkg1RDNmM0Q2SFJpekNTYWxpY3hnM3lIZ0VTY0VMNE1XOUswaW0xR3BnYlNuUk4vUjk0RENSV1QwRmkrRjBUOEx1NHZ5bjRXNGFrL3d0VWZPRzZMZnBGZGc0UHVnOFlmOC8wSEFCSkdScmZZVlltLzByNkZ5cStnYmd4REI2MDhJaTRveFcwUm1iL2dOWWxJZzhHclJkM09SYzJPUVhMNjAxTUxxeDIzM3UzaUpHMmFEUlZIZk04ZEVBWnF4andzQjk1dWJoSmR1ekZpWS9UWXN2UTNLTDNJUlJvbmtsOEptTzZ0SGxCcmhVVzBwSk9tMVVMQUgrbDh2NG5INVBhS3drMUlERCsyRkRTOUE2dEx1RzdkRTBwT1JjU1hwQnFTWUs1RklKQkliRHBWM1VlSGVBcE9RQzFEYmhRaHJBRnIwZWxycytPWktybUQ4eDRubC9IbzdXUXM5Z2NnN1lNakhnREd6dkhvUDVQNFhDcjkwYkdIUWVnYU9QeVE4Z3BQZmhPaTdnVFk0ZXArNVRkbDZJY0tlRFM2Qk1PaEQ4N2EyQmtwWHdMR0hSUDlia2tXbWJzaE1pTHBkaU03TzBKZ05wOStDTXl1Z1loT2tQdFoxUm01SHNsNkZoZ3lSYlp2OUJyakhRYzBCSVF6SFB5cXVRYzYvaEtXQzVYV3IyUS9iVThBakhyUlYwUHM1SVdDM05ZcnIxNWg1ZHVPUVhMNzRSa1BrQ0lnWUxoNUJpZkNmWVVLOEJlZzFCU1krWTY0S3Z2MmZRc2dGQ0VnUS9ybE5GWmRtN0JKSlQ4WGQzeHhUa1NNZ2RCQ3NlZ3d5alJPc1FZa2lydUluaSszVVpVSndBdUVEcXZHRU5sbGNVQ0t4UXNhVjVDSWp4VnlKUkNLUlNDU1hsdjNYWHVvUmRFN2hsK0EvQnVwVG9YU1ZFRDZkcFNFZDlzNkVrRGtpSTlYRXhnU01lZWxuUDU3OGo4eXZDejZCb3E4QlkyWmlTd21rL1U0OFRDZzA0bUhLOG0zSFlIN1d0NHFYNlU5YjdEOEhTcjR6MjJVMFpzS09GRUFGQ2dXVS9BQjFSKzJmMTV4bnpscGVwVVlJNTNMU1IySmt5QjB3NWhId0NCYmJOZmxRc0JzT2ZDaVdydmFaQWNQdkZUZk1aU2RnK2QxdzlaK0ZYMkZabW1nZjNBL3Fpc3lGMGlTU0s1MklZVERqTmZBMytwTTNWWWtzd1cxL0Y4L2hRMkhvWFpCMERUUlZ3czkvZ0tnVUdIb25uTjRHT1pzZ3VMODR0L2pRcGZzY0VrbFBRc2FWcEp1UVlxNUVJcEgwQURvcm1DYVJTQzQxYlNMTDlud29YV0hiNTRYQW9JVzJMbXhKRENhYkJXY3lueStHUDIyYjZOYVJrR3NYS2VSS0xLakpnK3lOa0w5YlBPcUt4ZjZSRDhLOTI4QXJWQWkyYTM4UHg1Y0NCdmp4RE56MERkejZQWnhjS1pheHBpNi9wQjlESXVsUlZPZEQyVWs0OUttSXEvS1RZbit2S2JEZ0N3aEpGa3UvOS80SDlyd25sb2VuL1FpQmZlQzYvNFBVYnlGNnRQQURyY20vdEo5Rkl1a3B5TGlTZEJOU3pKVklKQktKUkNLUlNDUTlsNXpONHRHUjVpcW95b1lOejhPcDlWaE5ScFNkZ0MrdmgwbC9oQUUzaWh2alhXOTEyNUFsa2g1UFl4bjhaR2Vpc2lZZkZFcFJpQ2wxbVhYaHB0WTYrR2FoV0I2ZU9BZDB6YkR5c2U0YnMwVFMwNUZ4SmVrbXBKZ3JrVWdrRW9sRUlwRklmbmtjKzBZOEhGRjVDcGJmMVgzamtVZ3VCeW95NExPWmpvKzMxTUw2NThSRElwRTRoNHdyeVFWR2Vha0hJSkZJSkJLSlJDS1JTQ1FTaVVRaWtVZ2trcTZSWXE1RUlwRklKQkpKZDZEeWhNQkpvUGE3MUNPUlNDUVNpVVFpa1Vna3YxQ2ttQ3VSU0NRU2lVUnlydmlsUU15RHpyWDFpSWZSbThCM0tNUXZnckFGRjNkc0VvbEVJcEZJSkJLSjVMSkRpcmtTaVVRaWtVZ2s1MHJjb3pEd1BZaHpvbENGd1ZpY3lhQUQ5emdZdmhRU1h3WVVGM1dJRW9sRUlwRklKQktKNVBKQkZrQ1RTQ1FTaVVRaU9WZU8zZ1B1a1pEOEwyaHJnUHdQTzJsc0ZITlJ3SWxGb24zNGZNaCtIYlNWM1RGYWlVUWlrVWdrRW9sRThndEhpcmtTaVVRaWtVZ2s1NHErQmZaZkQrUDNRdDgvUS9FU2lMckRmbHVYVVBFY05nOThCa0ZMTWVSL0F1RUxJTytEN2h1elJDS1JTQ1FTaVVRaStjVWl4VnlKUkNLUlNDU1M4MEZiQlh2bmdLNE9kQTNRN3pVSERZMTJDbkVQZzBGdjN0MVdMOFZjaVVRaWtVZ2tFb2xFNGhSU3pKVklKQktKUkNJNVh4cE9tbCt2ZHJQZnhqVUNwaGJDdnJsUXRycDd4aVdSU0NRU2lVUWlrVWd1SzZTWUs1RkkvcCs5KzQ1djRyNy9PUDdTOU40YjJ4aGpwczB5eTBDQU1BTWtRQUloZTgrbUdRMXRScE5tTkwrc0prMmFaalZwMHN3MmUwRElnakJDQUJQMjNnWmp3Qk1QdktjczZmZkhWN0lrUy9JQVowQSt6OGRERDBsM3A5UEo2SXp2ZlovN2ZJVVFRcHlNRVY5QnhFVDF1S2tVdnUvUjl2TG1Hbld2OC90cHQwc0lJWVFRUWdoeHh0TCswaHNnaEJCQ0NIRmF5bmtKZHQ4T1phdEFIOWorOHMwMVlEV0RQdVNuM3pZaGhCQkNDQ0hFR1VrcWM0VVFRZ2doVGticFVuVWYyQS9DTXRSalF3Uk1QdXA1K2V5blZYOWRZOFRQczMxQ0NDR0VFRUtJTTQ2RXVVSUlJWVFRWGNWY0Ezdm1xOGRob3lEeEJ0anpCekRYUTlVMmlMc0lmT0orMlcwVVFnZ2hoQkJDbkxZa3pCVkNDQ0dFNkNxV1JzaDl3L2E0UVlXNWVmK0Q1Z28xcmY0WStMZlRXMWNJSVlRUVFnZ2h2SkNldVVJSUlZUVFYVVdqQjBPWTkvbTFCMVZiQmlHRUVFSUlJWVE0Q1JMbUNpR0VFRUowQ1IwTWVRL0N6dksrU05WT0NPZ0x1Z0QxWEdOQS9od1RRZ2doaEJCQ2RKUWNQUWdoaEJCQ25ESXRwUDhQNHVhQnVkYjdZdVhyUUtPRDhQSHFlZGdvbUZvSS9pay96MllLSVlRUVFnZ2hUbXZTTTFjSUlZUVE0bFFZSTFWcmhiaDVzUFZTS0Z0cG0yRTdaeDU3UHZnblEyQWFiTDBJNm5LZzI4VlFzaGlNTVdDTUJsUDVMN2I1UWdnaGhCQkNpTk9IaExsQ0NDR0VFQ2RMSHd5eGM5UmdaNXZuUWtNK2pQb2VBbnFCYjRKYVp2QmJLc0N0MnFXZTU3NEZ2UitDZzA5Q1FBcVl5c0IwNHBmN0RFSUlJWVFRUW9qVGhvUzVRZ2doaEJBbnE3bEtoYk1uTWxXbHJTRWNtbXNnNzM5UXZVZmRhZytvc05jdTV3WG9maE9NV3FxZVYyejVaYlpkQ0NHRUVFSUljZHFSTUZjSUlZUVE0bFRzdThmeDJIUUNOczl1ZTNsek5XeWNEdWtmZ2w4aUhQN0hUN3Q5UWdnaGhCQkNpRE9HaExsQ0NDR0VFRCszbW4yd1pzZ3Z2UlZDQ0NHRUVFS0kwNHoybDk0QUlZUVFRZ2doaEJCQ0NDR0VFTzJUTUZjSUlZUVFRZ2doaEJCQ0NDRk9BeExtQ2lHRUVFSUlJWVFRUWdnaHhHbEF3bHdoaEJCQ0NDR0VFRUlJSVlRNERVaVlLNFFRUWdnaGhCQkNDQ0dFRUtjQkNYT0ZFRUlJSVlRUVFnZ2hoQkRpTkNCaHJoQkNDQ0dFRUVJSUlZUVFRcHdHSk13VlFnZ2h4T2xGWXdDdHp5KzdEYjZKUDkyNi9YdDMzYnI4a2lDZ1Q5ZXREMENqaDlCUjRKdWduaHNpOFBvbnBkWkgvWHNKSVlRUVFnZ2h1b1NFdVVJSUlZVG9HbU4raEw1UC9QVHZNK1JkbUpEVitkZjFmeFltSG5LZE52QjFHTHVwYytzSkhncVRjaUQ1VDUzZmh2YjBmUndtSGxCaDZhblNoOExaZTJEQXk2ZStMbWRhUHpockhYUy9TVDBmK1EyTXlZVEFOTmZsTkVZNGF6ME1lS21kOWZtQ01RWUMrcXJQSFRVRDRxK0U1UGtRTWJscnQxMElJWVFRUW9qVG5QNlgzZ0FoaEJCQ25LYUNCb0hPMy9IY0dBbCtQVnlEeUlZOENCb0l3eGU2djk3YURFc0NIYzlUbjRmdU4zcCtyeVVoZ0ZrOTF1alVhenZMdm4zT2ZLSTdWMldyOVlQQmJ3SVdhRG9PMFRQYmYwM3BDckRVZDJ6OXVlOUN5cjB3NEYrUU9VSzl6OGxxcm9EY3Q2REhIUkE2RWlvMm52eTZuSm5yYkE5c05RSGJyNEdoSDhMNGJiRHJGdldlQU5ZbXlQOEErdjhkS3JmQ3NkZlY5SkdMVlhDckR3SjlNR2lObnQvSGFvTEN6NkJzUmRkc3R4QkNDQ0dFRUdjQUNYT0ZFRUlJY1hMU1A0Q2dWdFdZQWIwaC9uTEg4ME5QUVBsNmRibjkraWxnS2xQVFUrNEQzM2pYMStwOG9ha005dHpwbUJaOXJxb0ExV2pBYXB0MnNtRnVWeGowR2dRUFVlOC84TFcybDlVRnFQdnZlMEQ5MFk2dHYrNGdISDBkZ2dlcW9MbXhxTzNsdTk4TXFjOTVuNi9ScWZ2UmExUTQ2czJLSk1lL1Ridk1hbDFhVy91RTJnT1FPUXI2UEF5bDM3c3VldmhaaUp3SWFTK3FRTGR5TXhSOUFmN0pZS3FFNWtwb3JsSlZ1RDR4c1BGY01KV3JtN20yZzlzamhCQkNDQ0hFYjRlRXVVSUlJWVE0T1prakhHRWhxRXZ2UzVmRGdZY2MweXhORUhXT2VseXpSNFdUZnNrUVBWMEZnSzAxVjhQeEx4elAvUkljajdYK29OR3F5L2V0RnRBRnVyN1cyZ3lXQnNkempWRlZoM2FWMUg5Qy9GVlF2azZGMkp2blFObjM3c3RwL1dEQWk1QjRJeHg3RGVxUE9lWWwzZ0JwTDdUOVBob2RXTTN1TFNHY05kZkE4bGhWMWFvTGdQMS9nYWFTem4rbTZCa1FPeGZRT0thbHZReUoxN2F6alFibytTZm9jYnZyOU9UNTZuNWxIMmdzQUt5dzQzb1l2d3NTcjFOaDdqRVBJWGkzUzhFUUN0VzdPdjhaaEJCQ0NDR0UrQTJSTUZjSUlZUVFKMGNmRENIcHJzOTk0aUI4ckhwdU5VUHBNdmZYRFhoSnRSNm8zZCs1OTV1WTVWck5PNzNhZFg3aFo3RDFJdlY0OE50cVd6Wk83OXg3Z0FwczR5NkUzYmVyTmhFYVBhUzlCRW0zd0o3NWNPUWwxYmQzNUdMWU94K092a1pMTzRUdzhhcEZRbEFxSEhnQURqM3B1dTZxSGFwYTFabHZJaVJlRDBVTG9YcG54N2JSMGlxa0x2d1U2dG9JZjcweFJ0ckNYQ2M2WDBBRFdYLzEvcnBlZjRHNmJDajQyUFA4NWlySDQ4WWlXSk91ZnBaQ0NDR0VFRUtJVXlKaHJoQkNDQ0ZPVGxnR0RQbXY0N2srQkh5aVZOVXRnTGxCVlkrNjBFRHhOOUR2S1RYNDJLNmJYV2ZyZzF6NzBEb1BxcFgxVnpVLzZSWlYvWnJ6VDhlODNnKzVWdVUyRkVMQ05lQ2Zva0xIenVoK0V3UVBocVlUNnZuQVY5VzZkdDRJdVcrcWFkdXZoWm9EcXNvMjhVYkllVTZGd0ZIVFZDQzdkZ3hVYkhCZmQrVm1kWE1XT1VXRnVRVWZxbEMyTXlxM3dlRi9xTFlFSjZOaWczcDlTeDljRzB1OWUranNMUEY2cUR2YzlqTE9KTWdWUWdnaGhCQ2lTMGlZSzRRUVFvaVRjL3hMK0M1VVBmWkxoa21IWWN0RktxejF5Z3BIWDRYU2xhb3RRKzdiVUxIT01kc3ZBWVorNUhpdU1UZ2UyNFBVbVBOVnRXek84NDU1UGU5MkRYTnozNEplOTBQMzM4SCtlenYrbWZ4N1FmZzR0WTBXVzhCNTRDSEkreCtjV08yMG9GbTFDL0JQVW1IdWtQZlU1SXFOc09NNnFObmI4ZmUwOTladHJ1bjRhK3pLMTZwYnlBZ1kzY0crdk03V2pvWjlkM2YrZGMzVnFoTGJXZkFRMVJ2WVZBN29ZTFRUd0dYTk5iQ3BBNFBGQ1NHRUVFSUlJZG9rWWE0UVFnZ2hPczhZcmNKYk8zdnYzR0dmcW42MmRrVUxIWmZpYXd5cWVyZTVVb1YrZGRtcVRZTnptRnU5RDFZUGNEenZjYnRxY2VCTTYrTmVTYXIxQVhPajQzbmRJUlcrSmw0SEJ4N3NlTzljZTYvWW82ODZwalVXMlFZaTA2bUszY2hKYW1DMjhIR0FGWW8rVjU4emRxNEttcy9lQTQzSFZiQmJzeGRxczZBaEgrcnpWTi9nMWd5MlFEejJBclgrdHBRdWQ2L3NCYWcvb3RwQ2RGWkR2dWZwV2o4VmtMZFc4cDNxYTJzcVZ5MGFXbWpVZ0hnNlAvZytCYkNxendzUU9nS0NZOVRqL3YrQXBOOTVlRDlmMVE5NXVvZEFPL2NkMkhNU24wMElJWVFRUW9nemtJUzVRZ2doaE9pODVrcllkcVY2SE5BTCtqK2pXZ1RrZitCWVJtdFE3UTdzWWFYT1R3WEFHcTE2YmpGQitZK2RmMjlES0RRV3VrN1QrYnBXNW9LcStoMzhOc1RNaEtJRjdhOVhZMVFEbEoxWTR4aUl5NytuR3RRcmVCQ0VERk9EcmxrYW9HeTFDayt0RmhXdVZtMkQvUGRWbjk2NEN5Rm1Oa1JPaHBoWmp2VWZmQnl5SG5KL1gwTzR1bysvRXJCNjJUYWRDangzbG5vT2M1dEtJTytkOWo5alIyZ002dCtxenlQT0UwSG5ENDNGNm1mVFVLQUdnYk9MbWdHQi9TSHJZVnI2QjIrM2ZUL1NYb1lFMitQU0ZXQnUxZXNZb052bEtodys4cUw3dk1xdFhmR3BoQkJDQ0NHRU9DTkltQ3VFRUVLSXpyTTB3dkV2Vk5pWitnOVZHYnJyRmpDZGNDd3orQjBJR1E3NzcxUFBtNnRnOHh6YjVmbFdLRituWHVkTW8xR2haY3R6RDMrcUdDTmMzd2RVSlduck1MZm9DeGo0bXVwMzI1RXdOLzR5OElsMXJYQ3R6NFBRVWVyOURqOEhKekpWMkd0cFVOWEFNeHJnNEtNcXpBVVZNaDk1V2QwMEJsVjVIRFFZQXZ1NEQ0Wm01NWVvN3BmSFEzT0Y1MldpWjhLSXI4RGtaWDVYMGdkQlhRNnNUSEZNQzB4VkZjZjJpdWlHWEJWY2E0eXE2cm5YdmVwbmxQT1M1M1hhbFh5cmJxMkZERmNoZjlZajd2T0VFRUlJSVlRUUxTVE1GVUlJSWNUSmlia0FCcitoMmh1c24rd2VzTnJWN0lQOTk2cytxOFZmdDczT3dGU1lVZTk5dnRaWHRYaW9keHBRUzZOWGxhdm1WbUZ1Y3dXVUxvWG9HV0NNYXYvekpNOVg0WExSRjQ1cDFpWllPMUlGc2o2MmRZU1BWZmZHYUhXdkQxYURtSG1UK3daZUsyNUJWZncyRlhzUGNnRU1JZXErOVRLcC80U2szM3QvWFVkdHVRaUt2MUtQOVlIUVZPbzYzOTdYMTJ4cmcxQ2JwWDdtQVNrUW5BN2haNnZldTIxOUJpR0VFRUlJSWNRcGt6QlhDQ0ZPWXoyQ2dqaFM3ZUdTNVZOazBHcngwZW1vTVptNmZOMmRGV0kwMGpza2hNMGxKUjdueHdjRU1ERStudmV5c243bUxST0VqWUxhUTZwYWRaeUhTLysxUHFyYWN2d085YnozZzQ1NVRhWHdmUS8zMTlUbHdQYXJIYy9qNWtMeUh4M1Bnd2FxKzFxbmYyK3RuN3EzZUFpQkN6NVcvVzNEeHJUOVdVSkhxd0c4OXR3Qm1OM245M3NDb3Mvei9OcmsrZXJtaWJVWnZqVjRuZ2VxeFVMb3FQWkRicjJ0VlVWVHE4Qzg0Q09vMnVFNkxUUURrbTVSQTdjMTJFTHY4TEdxaGNTQkJ6MzN5WFZlaDE5M3FNMXU5ZjZCNnI2NXluWDVxR2xxb0xucTNaRGpvVVdDRUVJSUlZUVFva3RKbUN1RU9LM05TMG5oMDJuVGVIcnJWdTVidi82WDNoeVBMa2hPWnVHTUdieXdjeWZ6TXpNQmlQWDNaOE84ZVdSWFZqSnAwYUtUV3UvdjB0SjRac3dZZXIvM0hzZnIyNmhrdEFrMEdPZ1hHa3FBd2NDcWdvSTJsNzFyeUJEK05tb1VobGRmcGRuYVJrVmhKeGkxV2tKOWZBajM4U0hjMTVjSTJ5M1czNThZUHorQ2pVWnVXTG5TN1hVM3BhYnl6Smd4RFAza0U3YVZscnJOdjIvb1VHNGJPSkR5eGthK09YclU0M3VuQkFlVEh1VmFtVmxhWDA5K2JTM0RvanBRc1duejFaRWoxRFkzZDNqNU05NytCMVJZbTN3bmFJMndlYTdyL09UNUVOQWJkdC9tT3IzYkphcGExaE56SFpSbk9wNkhESEdkYjM5ZHVkUCtydk8zdmRiRGZsQzBFRmIrQ0hXSElYYU85ODlTc1E3V1QzSmRyN050VjZxK3ZNNzYveDNpNXNIS2ZwNEhXT3Y3dUJvUXJTMkoxNnVmWGVGbmJTOW5qRkQzcHJKVzI3MUIzWno1MkFZYnkzM0RObkNiL2IxdWdPT0xWUERxamNZSS9pbHcvQnZYNmZhK3Z2WTJEOVY3VlovZWZrK3I3OENtV1dEOTVVLytDQ0dFRUVJSWNhYVRNRmNJSVg0QmlZR0JkQThNSk56SEI3MUcwK0hBMUUrblE2ZFZnMGQ5Y2Znd2oyZGtjRk5xS3MvdjNObXlUSzNKeEQzcDZXVEV4QkJpTkJKc05CTG43MDlDb0txc3EycHFJdmJ0dDZrM2U2Zys3SVNrd0VDTzFqaEdubzhQQ09ENXNXTUpNQmdJTkJnSTBPc0pOQmdJTVJvSjhmSEJWNmR6ZWIwVnFHaHNwS3lob2VVV2FqUlMwZVFJeFhRYURiY1BITWlTWThjOEJya0E5NjFieC9UdTNia25QZDFybURzaktZbVh4bzJqMWxacDdLUFRzZjc0Y2Q3Y3Q0L0hNekk2L0prekN3c2x6SFZoQnF2dGUyUzF1RmVYeHMxVFBXaGJUdzhlNGozTTljWittWC84bGFvL2JYMk9ZNTdlM2dMQVE1aHJybFZCYmtlVXVaOU1hTkZjQWM3LzlINDlJUFpDS1BnVUdvNTUzMlp2clNjQURCR1E4bWZWWjdkb1lkdmJab3hVOTYzYkgzZ1NkNUZxRitFYzVMYWw3NU9xcDNEbFp0WGpWNk9IeWsydXkvZ210SHAvMjhCdlVUTmcvNStoWXFPYXJQV0hNYXRnNzExd1luWEgzbDhJSVlRUVFnalJZUkxtQ2lIRUwyQlRjVEZUdnZ5UzQzVjFuYXA4WFhmaGhReU9qSFNaOWxoR0JvODVCWkp4Nzd6RE9ZbUo5QWtOWlYxUkVmdkx5eW1xcTZPZ3RwYmNtaHFPVmxmVFpMRzBMRDh0TVpHUHAwMXpXYWVQTFhndHZlRUd0KzJlK3VXWERBZ1BaODJjT2J5eWV6Y1BiRkJWZ1VWMWRaZ3NGZ3ByYTZrMm1haHVhcUxhWktMV1pPS1dBUVBvRnhySzdXdlc4RU4rUG1VTkRaUTNObUp1NTdOZjNyczMzWU9DbUx0NE1RQ1BqaHpKemFtcGJzc0ZHZ3lFK2ZoUWRPMjFMdFBMR2h0SisvQkRRSVhjZ2YvNUR3QnI1ODVsejRrVHZMTi9QKy9zMzkvbU5vaWZpUzVRM2ZSQmtIQWQrQ2VyVytoSU5YOWFCUlIvb3lwOWQvM08vYldnZ3R1Zmd5RUNoaTlVTFJTeUh2YStuRTgwTkJaN21hbUJ3Vytxa0hiblRlNkR0N1htbTZpcWx0djdqRW0zcWg2OCsrOXZlN2tXV3VqMVp3anNDMXN1VkFFOFZqaXhWb1hWb0o0bjN3NzF4MVJ2WDRCK2YxTkJMb0RCNlhkU1VIODFtSm05UjdFeENpSW5xbDdIUG5FcXVCWkNDQ0dFRUVLY05BbHpoUkRpRjdJaUw2LzloVnE1Y01rU0JrZEdFbXcwc3JuWUVSS0ZHSTNNVGs3bS9hd3NTbTB0RjVibTVuS2poN1lGcldWVlZQREl4bzB1MHlZbkpEQ3pSdzhlM2JRSmkxUGdXbGhYUi9mQVFKYk1ta1d6MWNxYisvYTF6RE5iclZ5K2JKbkxlaElDQW5oLzZsVDZoNFh4ekxadHZMTnZINDFPUWJLZlRzZTlRNGZ5eXE1ZGxEUzRobGs2allhL0RCdkdKNGNPc2RWV2xic3lQNThxcDhyZE9UMTdFdVhueDB1N2R0SG9vZEs0emtNVmJZU1BENk5pWW5oOHMrcnhtaDRaeVpvNWJWeCtEN3l4YjE5TGl3eHhrdlNocXQrcTFxQUMybWFuWHMrK2lURFpxYnAxME91cWQyN2RJU2o1RG83OFMxVUFwejRIdFFjaDl5M1hkUWVscVh0N1VPalR6ZEY2d1dVYmd0UzlmeS9ITkYyQUdzakxlWnF6dXNPQTR6dEwyRmt3NUYyMXpac3ZnSHJQMWVCb2pCQ1lCaVZMUE0yRXRCZFZDNGFTeGJZQjB0cWdENGFJY1ZDOXA0MkZkSkJ5aitydFc3VU5jdjdwT3R0cTJ4ZTBQcTdUZlJNQXJmb2NXai9vZHBtcVVHN0loYmluMVhOUUlmSzJLMEVmb3Y1OTRpNkcvUGRBNXdjcGQwSFZkaWo0UUFYSkFKVmJWSGc3YW9XcXpxNC9DaGxMWU12RlVIdkFmZk5Mdm9PcW5lN1RoUkJDQ0NHRUVDNGt6QlZDaU5OSWRsVVZkdzBad3B5ZVBVbi81Qk9LNnVvQWVHdlNKQzdyM1pzUHNySTYzZU0ycDdyYXBVMERnSzllejh3ZVBYaHg1MDZYOVNVR0JySnM5bXdpZkgyWnZHZ1JoNnVxUEs1VEE5elF2ejkvSHpPR3ZKb2FSbjMybWRzQVpxbGhZWHgwemprTWpJaWcyV0xoaVMxYkFabHVtUUFBSUFCSlJFRlVYT2JmbUpwS3o1QVF6dnRHOWU1Y01YczJLL0x5ZUhMclZrQzFlWGhreEFnT1ZsYnk3TFp0TFNGeG9NSFE1c0J0TTVLU3FHMXViZ25UZFJvTkFRWUQ4NVlzSWR2RDUzbDcwaVMzRmhIaUpHUXNoZEFScUFZYkdqajhyR05lUXg3cy9aTWFUSzAyU3dXb3p2MVgvWHZDU0Zzb3V1MEtWZTA1NENWVjlXbzFRN2VMb2JrU0tyZXJaWWI4RnlJbmU5K1dpUWM3TmcxZ2FSU1lTaUY4bkJxSUxYYU8ydDcxa3gyOWZRMlIwT2V2cXA5dGM0MzZqTkhucWQ2MXJkc242QUpoMEJ1cWIzRFZEdGg2cWV2OGhHdFZtNFNHUERCVkFoYUltYTJxZ1F2LzVyNTlQbkVRT3hkNjNBNkIvYUJpUFd5Y0JaWkcxK1ZxYlordjM5TlErSWxxaTZIUlFld0ZhbnJGSmxXaDZ4c1BlKzVVMDNiZkJsbVBxdVhxY2xSVjlObTdWRGk3L3o3SWZscUZ1NzZKa1A2K0duUXRLRlV0MjVBSForOEIzMjdxWjlWVXFyNERaKzlTd1czRlJ0dS9ud2tzSmpXL3NVaUZ4em8vRlN6cmZOVjkvUkVWSEFzaGhCQkNDQ0VrekJWQ25EbDZCZ2Z6N0pneFRJeVB4NkRWc3Jxd2tQbHIxcEJWV2VtMjdHVzllek4vOEdBR2hvZlRaTEdRV1ZqSVF4czJ1UFZsblJRZnoyMERCeklrTXBMNGdBQk9ORGF5S0NlSFAvLzRJMVd0QXNOQWc0RUhoZzNqa2w2OWlBOE1KSyttaG4vdjNzMGhEKzhmNmV0THlmWFhzK0g0Y1VaOS9ubkw5RkNqa1Q4T0hzekZ2WHFSRkJSRVhYTXoyMHBMdVdiNWNncHN3ZTFkYTljeU9TR0IzNldsOFgrYk5qRzllM2V1N2RlUEs1Y3RZMGRabWR0N2RaWEJFUkY4TzNNbUViNitYTEI0TVQ4V2VlN0hPVFl1anIrTkdzV2dpQWordW5FakwrL2ExUklJKytwMFJQcjZNaThsaGIrTkhrMUZZeVBuZmYwMTN4NXo3VGthNmV2TFl5Tkg4dnlPSFJ5dXF1TDg1R1FtSlNUdzBhRkRnQXFML3pOeElnQ1hMbDNhRXVSZTFyczNMNDhmejRoUFAvVWFORitZa3NJM1I0NjR0Sm9BT0ZCUndlNFQ3djFOYTlzSWhvWE44YSs4VjZqYTdaMFBBWDFWTUZoN0VFNnNjcHBwZGE4a2RSWXlYQVc2MjYrMjlYTFZRY1JrTUlTcStmVkhWYXNDczYzYWQ5ODlqZ0hEVGxWekpRejZEeVRlcUI0ZmVnSU9QUVZtUjc5b1RPV1FjSlVLTnUyZnh4NVFIMjgxd0dHZi8xTkJidGtQc0htT3FsWjJaaXFIeUVtcUxZSHpOaHgrRG5KZWNOKys5UGNnWXBLcVN0NzdSOGg1Q2ZEUUQ3dGlBMlEvQTkxdmRBMjZ6YlZROEpIcW1SdDlIaFIvQzBXZk83YkZWTzVZdHZZQUZIMEp1VytxNmwvN3RxMmJBTDBmZ3ZncndOS2tQcmUxV1EyMHR2OHZqbjY2cXdlck5oQnhjOVdnZWZwUTlYMW9UK3UyR2tJSUlZUVFRdnlHU1pncmhEZ2p4QWNHc3U3Q0M4bXVyT1NySTBjWTM2MGJNN3AzSjNYMmJQcDk4QUVOVHBmZ1B6MTZOUGVtcDVOZlc4dDdXVmtFR1F6TTZkbVRpZkh4bkwxd1lVc0ZhYXkvUHl2T1A1OWpOVFdzek11anltUmlVbnc4dDZTbDBTTW9pQmxmT3daMUN0RHIrZUdDQ3hnV0ZjWGhxaXJlTzNDQVdIOS9uaGcxaXUxZUJ1NXF6Vit2WisyRkY1SWFGc2J5dkR5K3k4MGx6dCtmcVltSlJQdjdNeXc2bXRzR0RBQ2d2cm1aMFRFeExKazVrNkZSVWRTWVRGemR0eTlYOSszcmRSQ3cxbnFIaERBNUljSGp2SXlZR0FCdVRrdkRZclVTWUREdzF4RWpDRElZV0pTVFE0K2dJRzVKUzJ2WmxuY1BxTXVtWDU4d2dadHNQVzIzbFpaeVVhOWUzSmlhU3FpUEQrRStQdmpwSGYvdHZMTi9QM2V2WFV0Wlk2c0tRdURlOUhTaS9QeElEUXZqOCtuVHlZaUpZVk54TVcvdTNRdkFuNGNPWldwaUlsY3NXOGFCaW9xVzEyVVdGbUxVYW5sLzZsVEdMVmpnVnFVY29OY3pMVEdSYTFlc2NIdlBqZlBtdWJTVXNQUFQ2ejJHdk1KSjdRSFBsODd2Y09waFhQNmp1cDJNd2s5VXhXNlZyZklXTXl3TkF6UnFzQzVycThEZEhqUjJsUU1Qd1lsTUtQemNOY1J0WVlidlF0WDJhSTJxV3RqcVphQzhBMzlSUDZ0amIrSXhkRDIrQ0JiN3FjK2w4d2UwYXZBMWI3WmZCMEVEb0hTWis4K2h0ZjMzcXBzM1JRdWdlTEgzK1pZRzJITzdoK24xNm5NZCtFdXJiYnZhdGNldnVSWU9QNk51Ym5TZzBVRExQbWkxM1hDNkYwSUlJWVFRUWtpWUs0UTRJMXpacHc5L1dydVdmKzdZQVVDUXdjQ21peTZpYjJnbzV5WWxzZUN3R3MzK25NUkU3azFQWi8zeDQwejc4c3VXNnRxelltTlpNM2N1TDR3Yngxa0xGZ0RRWkRienV4OSs0TTE5KzFvRzZqSnF0ZXkrN0RLbWQrOU9TbkJ3eTJYNWo0d2N5YkNvS0Q3Tnp1YUtaY3N3MmFvK2gwZEY4Y01GRjNUb001eVhsRVJxV0JqdloyVng1ZkxsTGRNRGJBR29Gdmlob01EbE5YcU5obFVGQlM1UlI1WXQzTHltYjE4dTdlVzVEK2lhd2tMZTJiK2ZaOGVNOGJvOXRTWVQveHc3RnFOV0MwQ2oyVXl0eWNTVWhBU21PSVhBcFEwTkxXSHVzdHhjUnNmR2NyUzZtdU4xZFJUWDExTlNYMCtqMmN4TnFha01qb3hrWDNrNXYxKzFpcldGaGVodDYyNXRjM0V4YXdzTHNRSUR3c09KOWZkbjFqZmZZQUZtOWVqQll5Tkg4dUxPblh4NDhDQitPaDMrZWozK0JnUCtlajBmWkdWeGMxb2E5dzhieG1PMnZyaDJacXVWbzlYVnpFMUo0WlBzYkFDcW1wcFlrWmZIczl1M3Q3U3RjSGJiZ0FIc0t5OTNteTUrWmkxQnJqTnIrd0ZtVjJnc2dyeDNPN0NnMWIyOVFXdVdSamoyZWdkVzFleGV0ZXRKd3pGMTZ5cVcrcTViVjZjR3BETkxaaXVFRUVJSUlVUUhTSmdyaERnajdDZ3RiUWx5QWFwTkp0N2F0NCtuUjQ5bVVFUkVTNWc3Zi9CZ0FHNzU0UWVYTmdscmk0cjRzYkNRcytMaWlQVDFwYlNoZ1JPTmpieHVxd1MxYTdKWVdITHNHTDBIRGlRMVBKenNxaXIwR2cwM3BhYlNZRFp6NTVvMUxVRXV3T2FTRXA3ZnVaTUhoZzFyOXpNWWJYMVpkUnFOeS9SYTJ5QmVXMHRMV3dZQ3M3UGVlaXRYTFYvT2UxbFpMdFB2U1U5blRXRWhyKzlSQXlaZDNhOGZneU1pdUd2dFdnQ0s2K3Y1UGorZmoyMXRDOXkyUmF2bHRvRURlWEQ0Y0lJTUJwN2R2cDFITjIxeXFYRDI1TlBzYkQ2MWhhVDJ6M0o5Ly80OG5wR0JUcVBoampWcitQZnUzVFJicmJ3M1pRcTlRME01Lzl0djNVTFVUN0t6K1NRN215aGZYL1pkZmpuUGJkL090dEpTUmtSSHMramNjOUVBdjB0TDQ0NUJnOURnMllQRGg3UHc4R0dYcXRvR3M1azdNelA1YnRZc250MjJqZXlxS3NKOWZYbHd3d1lBajcxeDdZTzhwWWFGc1ZkQ1hTSEVtVWJ2cXlxaXpVNG5JclFHME9xaHVRdkQvVjhEalJiaWhrREIxcTVmdDE4WU5EZUN5ZjJrb1BnTmt2MnFhOGgrSlp6cGpLbzlrL00rcE5HcS9jMVV6eGwzVmpndUhZN3ZWbU1MZENXZllIWGYySUdpQWZHckpXR3VFT0tNc083NGNiZHBPYmFxMldDanNXWGFtTmhZbWl3V0x1clZpNHRhVmEyRythb2VsVDJEZ3lsdGFBREFvTlV5Tmk2T2NYRng5QWtOcFZkSUNQM0R3Z0RWRmdHZ2YxZ1lJVVlqcXdzS0tQUlEyYm0xMWNCZjNpdytlcFN5aGdZdTdkMmJDRjlmL3I1dEd5dnk4bHorTEFrMkdOQzJDbnY5OVhwQ25UNWpaVk1UZXEyV2ZlWGxMVDFtUjhYRzBqTTR1T1c1Ti81NlBUZjI3ODlkNmVsMER3eGtSVjRlZDY1Wnc1NlRDREV2N05tVHh6TXlTQXdNNU9WZHUzaHE2MVlxbXBwYTVyKzJadzlmblhjZUcrYk5ZOVkzMzdEVFE3L2YxeVpNb0xTaGdZYzNxcDZibTRxTGVXRDlldkpxYXBpVWtNQzEvZnB4N1lvVlZEUTE4VVJHQnFVTkRWeTdZZ1VKZ1lHc1BQOThia2xMNC9ZMWExeld1VFEzbCt6S1NxN3IzNTlsdWJrc25ER2ozYjY0UGpvZGE0dUttUERGRjUzK09RZ2h4QzlLbzRPTTM4T3hIejJITGRkOEI4Vjc0YXZmTzZhZGZUOE12Z0tlNzl2Kyt2MGpZZm96Y0RRVHRyeDVhdHM2OHZjdzdzL3c4cUNmNWlCejlId1lmUWQ4TUJjSzIybkhvdEdDMitsQ3F4bzhzTFhVT1REam43RHkvMkRyMjU3WDEyY0dSUGFISDU5elRJdE9VK0ZFUnpVM1FzbmU5cGNUUHozWnJ4eGt2eEpkcWZkMENJaUM3Zjl6bnpmNU1laDFEcnlTN3BpV01nWE9meDArbU5PQjc1OE94dDhIQWRHdzVPNVRDMG5qMHVIeWhiRG9aamkwOU9UWDQwM2lHTGo0QTFqOUZHejZkenNMYTJ6N1ZpdFdEMFU0SWQzaHV1V1FzeElXZVJtVElLSzMrcjJ4N0g2MWY5aGY1OS9KOFNoK2lpQmF0SkF3VndoeFJxajAwSGUxM2xiUmFnOC9kUm9OSWJiUXM2MUtXWHRmMTM2aG9TeVlNWVArWVdHY2FHeGtWMWtaKzhyTGFiSllHQmNYMS9LbmFMUy9Qd0M1Tlo1NmFhcDJEUjF4b3JHUnN4WXM0SVd4WTVuV3ZUdFRFeFBaVjE3TzNXdlh0Z3dRdHZmeXk0a1BDSEI1M1dzVEp2RGFoQWt0eitQZWVZY3dIeC9LUGZ4TXZPa1RFc0xOYVdsYzI2OGZFYjYrWkJZV2NzM3k1VzV0SGFMOS9MaTRWeStXNWVhNjlLcTE2eEVVeExUdTNia2xMWTJCRVJGOGZQQWcxNjVZUVkzSlJKL1FVQUlOQmdJTkJnSU1ocGIrdTFmMzdjdWFPWE9ZczNneDMrZm50NnpyRHdNSE1xdEhEOFl1V0VDY3Z6OTlRa05wTUp2NTIxWjEwSlFTRWtLdHlkVFM0dUdlSVVPb01aazRVbDNOa2VwcVJuMyt1ZGNnZlcxUkVlbVJrU3pMelFVZzhxMjN1TEpQSDN4ME92NjFlemVnUXZyN2hnN2xqNW1aUERscUZQMXNJYjRRUXB4V2RBYm9Qd2NHWGdiL25kSDFZVTVUTlRSVXdZU0hWUFhjemc5UGZsMTZIM1Z2Ym1wN3ViWUV4WGtmV0M5N0dZeTRHYzUrQUw2ZDcyVUZWcWpLaHlzV1FjeEExMWtORmZDdklhN1RkRVk0NjI1MTBKeCtMZXo4d0hIdzY2em5aRWlicDVaYlp4dk04UHpYSU5oejczcVBLbzdDbTJkM2ZIbngwNUg5eWtIMks5R1ZlcDBEL1dhcklMQzljTGF6ckdhb0xvVGhONnB6Q3QvY2VmTHJhdG12VGlHczlBc0hnNy9uZVpYSG9IUS9aTndLaDFmWUtvODlxQzJHc2ZmQThKdmM1NzA3RFVwYmpXa3g3bDdRNnFEbkpJam9BMlZaN3ErTEhReXBjMVY0dS9CR0ZjaU8vb1BhMXpyanRWRlE0M25BYkhIcUpNd1ZRdnhtbUsxV0dzeG16QllMUWYvNVQ3c1g0cnc5ZVRKOVEwTzVkT2xTUGpsMHFHWDVKekl5R0JjWDE3SmNveTJzamZUMTliQVdGWUIyMUlHS0NxWi8vVFZwWVdIY01XZ1FOL1R2ejljelp6SjUwU0pXNXVkejlzS0ZHSno2ek82Ny9ITHUvZkZIdmpweXBHVmFTWDI5Q25OdDFjWGVSUG42Y25Hdlhseld1emRueGNWaEJVd1dDOHZ6OHBqNjVaY3R5NFg3K0hCZVVoS1g5K25EbElRRTlGb3RqMjNlM0ZJdDYreWxjZU9ZMmFOSHkvUEwrL1RoOGo1OVhKYXhXSzNVTlRkVGJUSlJZekt4cmJTVWJ2NytMSjQxaTZ1WEwrZmpRNGZvRnhyS2MyUEhZckZhV1QxM2JrdmYzcjl0M2NvcVc4QWM1KzlQU1J1ZmNVc2JGZEZsRFEwTWpZcHltV2F5V0hocC9IaVc1K1Z4b0tLQ2g0Y1BwMzlZR0ZWTnAzRHdJNFFRdjdUbUJ2ajJUbFZCTlAxWlZVWFVwZXR2VkFHT3dROG1QUUw1V3p3ZkhIcVNPQXFpVWgzUHV3MVg5ME91QWt2SFRvUUN0cURIOXYvQmxWK0NmMVRieThjUGg1c3lQYyt6bXVHNUZGanhWL0FKY2t4UG13c3hnOXlYSC9kblZVWDU2WlVxUkJwL1Azei9pUHR5My8wWmZFTmd6QitocVJhMnZBRUxybFdESnJZMjdXbFZaYlhrSHRmcHB4TEdpYTRsKzVVNzJhOUVWMWp4TUNTTWdKa3Z3WC9QN2ZvVEpWdmZVdCtEQ1EvQ3NYV3c2Nk9PdlM0MFNaMDhzQXZ2cWU1VEprTlljc2ZmUDJjbGxPZW94NVAvRC9yT2F2ODExeTd6UHUramVlcGt6MUduZlM4NlZlMUQ5YTJ1ckV5WkNuMW53cEs3MU8rRDZjL0FSeGU1N3dON1BsTkI3dmo3WWRiTDhPWHZZZTF6c09VdDkvY2ZmSVc2dlRjVExLMHE3T3M2TmdpNE9Ea1M1djZLR1l4YVRFMGVMam41aWZqNDZXaHFOSHU4eXFVelFpS01WSloxM1grS2ZnRjY2bXU5akFyZWp0Z2tmMUtIaDdQMm13SWFHOXIrWUwwR2hwRFVMNGdWbitaMWFOMWFuWWFBWUQzVjVYTHB3T2xrWjFrWkk2T2pTWStNZE9zLzZ5eEFyeWNqSm9aZFpXVnVmV1VIUmJoZVluTEExb0pnZUhRMEFYcDlTNDlidTRrSm5hZ09zTmxUWHM0dHExYXhwYVNFMXlkTTRLcStmVm1abjA5MlZSWHZUWm5DZ1lxS2xzRzlpdXJxdURFMWxSMmxwZnd2SzRzd0h4OFNBZ1BaNzZGeTF0bnZCd3pnLzBhT3BMQ3Vqcjl2MjhicmUvYncvdFNwV0sxV0pzWEhNelV4a1NrSkNReU5pa0tqMGJDNXVKaS9idHpJRnprNW5HaHM1T2JVVkQ0NmVOQ2w5L0RqbXplenFiaVl3cm82S2hzYktXOXNwTEtwaWFxbUp1YWxwUEJZUmdZUmI3N3AwbTRCYUFsenB5WW04dkdoUXhUVjFmRkRmajc3eTh2WlYxN09nWW9Lc2lvcVhLcWYrNGVIazExWjJhbWZxOFoyR3hvVlJXR3Q2K0JNL3oxd2dJbng4VVQ2K2hJVUZjVzhsQlJHZi80NXpkWXpyUCtXNkR5dHJ6b3c3TWlBWkVMOEdoM2ZEWnZmVUpkTnBsMEV4M2ZCV1g5Uzh3S2lvTnRRZFptcVhWUS8xZC9UUHEzOHNMclUweXNyTEw0THJsMEswNTVTbDF0M1JNL0o2aURRVG1kVTZ4cnp4ODU4T3RpM3lCRTZBV1I5QzV2LzQzZys2REoxeVh2UkR0ZlhHUU5oNE1XUXZVSlY1NEhxY3dwUXVCV0dYcWNPdW5OK1VBZnNEYTBPakpNbndyRHIxYzhtZDUwS0ljNTlIb3Izd2U2UFhaZTFtdUhyTytDeXoySG9OZXJndTh4TDZ5TlRMV2owY3VuM3I1M3NWN0pmaWE3WFZBUExIb0FML3dzVC82cmFJWnovbXBvWG5RckdBTmY5S2pCYTNZKy9EeHBzeHdWZjNRcVdOdktETFc5QVlnWk1lQUN5bDNjc2RJenNDMlB2ZGp6WDJpclYweTUwZkw4N29yckFFZWFDcXNCMXJoRHVPVWxWL2gvOHp2MjFBeTVXeStldWQwd3J6VkxmN2JBZXFpSjkrMy9CYUt2MmJYQTZGZ3lLVStGdHprclk4emtVYmxjbmFjNTVHaFo3K04ydzZUVVZZS2RlcUtycGkzYW9iVyt0emxZOFU3elBjMXNIOFpPUk1QZFhxdGZBRU1iUDdzYUMxN0twS1BVU2pHckFhTlJpOU5QaDQ2dkR4MCtIcjc4T1h6OGR2djU2dG1XV3RCbk1hblVhTEdiSEw1N3BWM1JIcjlmeStiK3p2YitvSFNPbnhERHM3Q2dXdko3TjhkeFRiKzQvOVpKRUl1UDgrUGlsZ3k3YjJwYVVBY0UwMUpuSlAxeExTTGlSdnVtaGJGaFcxRzZZR3hublM1L0JvUjBLY3pVYW1QZjdGUHdDOVh6K2FqWTFsUkxvbmk3ZU8zQ0FrZEhSdkR4K1BETy8rWVlUVHEwSTdKZnlyeW9vb05saXdXeXhrQkFZU0tqUjJCSStucGVVeEhsT2xhY0FKUTBOck16UFoySjhQTStlZFJhM3IxNk4yZmFmK3B6a1pDN3YzYnREMnpZZ1BKejgybHFYOWdqMnFsQ1RyZnAzWUhnNGwvZnB3eTAvL05DeWpCVUk4L0hobGJQUFp0M3g0L1FLQ1VFRHJDOXErN0tXZis3WXdlYmlZcjdMelczWlhvQ3BpWWxNVFV5a3NLNk9GWGw1dkx4ckY4dHljeWx3NmdjOE9pYUcxeVpNd0FyOHgybVF1QTNGeFd3b0xtWm1VaEwvT3Z0c2J2eitlellXRndPNEJMZ2E0TzFKa3dDNGErMWFDdXJxR1AzNTU5VFpndkNLcGlhbU9GVUgyMThUNSs5UFFWMGQ0VDQrWk1URThJL3QyNzErdmpHeHNjenEwWU5udDZsTHREUWFEZGxYWGttNHJ5OGhSaU5YTEhPYzVaN2JzeWYvblRJRmdDdjc5a1dEYXMreGZ0NDhNZ3NMMlM4RG4vMjJhSXhnZGZxL3Q5Y0RrSHduck93TlRlNzl1ZFZyOUJBK3RtdmV2MklUb0ZFaDhxbXlOSUs1K3RUWEkwNS82MTVRZzhicy8xSWQ5TGxVNkZsZG45di9nTFJQNjBnMVgxTTE3UDVVWFlyWi8zd1ZCTFZuMVJQcVpqZjNiUWpxcGk0TmRSWTNGSUxqNGNCWDdhOFQxSUc1OCtXNUY3MnZEa0piWDdJYm5LQ3FvcksrOVh3NTc5RHJZTWQ3S25UeURZVjZwd1BqYmtOVnhWTDJjblhRQzdEdkM5V3ZjK29UWUdtQ3ZRdGQxOWZjQUF0dlVDR0R5ZldFb2poTnlYNGwrNVhvZWtkV3ErL3dmdHQzczJWZnNiWjZqcU1hMUdydVhPWDVscmRWcGVyWXUySHBmZTB2ZjJncHZPaFU4VDdpWmhqL0YzaHR0R3RvR3B5b2d1SkRTenRXVmR6YzRMcWZqTHBEaGJHZVR2VE1mQWtPZis5NXYrbzlUZlVDM3Y1ZjhBMVQ3Vm5zRmJkK0VURHZmK3IzeWJlMjRQWkV0Z3FSejM5ZEJlZ3JIc1p0QUxrVkQ4TzIvNnAyRCtKWFI4TGNYNm5jUXpXWW1pek11REtKejE3Snh0UmtJYWxmRUdPbXgySXc2akQ2YURFWXRlNzk0MjFNalJhT1psVlRVMmxpUUVZNHZ2NTZGZlFHNkFrS01SQVlhcUR3U0MzZi9GZWRMVTBkSGthM0hnSGtaZGN5WWxLMDIvcnFhcHJacy9HRTIvVFdEbXdySjMxY0pPTm14ZlBacTRmYUhWQlNvNFh1dllPOHpxOHNhNkxYd0JCR1Q0c2xMOXR6UDFKVGs0V0NITWQvM0NNbXgxQmYwMHorNFJ5UHl6dmVIUFFHTFdhVHBWTW4wMENkZk51NnFvU3BseVF5WW5JMEt4Zmt0LzhpOGF2dzZ1N2RYSmlTd3RuZHVuSGdpaXRZbVo5UFVWMGR2VUpDbUp5UXdOKzJiR0ZWUVFHTkZndGY1T1F3THlXRmJaZGN3cEpqeDBnTURHUmlmRHhmNXVSd2ZyTHI1VFR6TXpOWk8zY3V0NlNsTWFGYk56WVdGOU1qS0lneHNiSDhlODhlYmgwd29OMXRteEFmejFPalJySGsyREdPVmxjVDdlL1BuT1JrNnBxYmVYWFBIZ0NlR2oyYXc1V1Z2TDNmOVQvVlA2MWR5L1R1M1hsbXpKaVcxZ1Z0dFNBQXFEYVpXbnJ4T3R0YVVzSlZ5NWV6dDQwQU16NHdFTUJqWmV3OVE0YncxT2pSYkN3dVpwK1hkVmlCWlhsNS9HdjhlTTVOU3VMT3pFdytQSGpRWlpsb1B6OUdSa2VURVJQRHlKZ1lSa1pIcy92RUNjWXRYTWk5NmVrWXRWcStPSHpZNnphbUJBZHozOUNoZkdSYnI5VnE1WUVORzFSZ241L1BEd1VGWEdEN2QxeVdtOHVBRDFVL3V1djY5K2VpbEJUTy9mcHJBT3FhbS9sTEd6Mld4V21zeHgvQUx4RU1FV0NNQU44RThPc09XaC80TGd3d1E5QWdTTGtiR3ZLaHgrODlyK2ZRVXlwNEhiV3lhN1pyOVVCSXVRL2lyMmgvMmZZVWZRNWJPdG5qVEp5Wm1odGczWXZxY2VrQng4Qk1ONjVXRllaZjNlcFlkdUxEcXJMdkt5L2ZlVzhTUjZuN3MrNkMvVjkzdmtvbkxCbEtQQncwRHBpbkRsUTdHanFCK2x6K2tlcXh3Ujh5Ym9QaHJTNkZ0dzhvT3VONW1QNFA5Zmo0YnZqNFl2WFlQeExxYklOeitvVkJqVG81U2VJb2RRQmNkc2h4WUd5MzZrbDFlZXFNNXlBMEdkYS82Rm9oMXJwL1lIQUNwRjRBdXo2RzJvNE5tQ3ArUldTL2t2MUsvRFNjcThEdCs4eTBwMVVBNjd3UDlUcEhmVy9XUE5PNUhydjIvV3JBUmVyRVFYazcyVUZyWVQxVmlOdlE2a3JJYnVtcTljbzdVenJlSW1MNnM5RG5YUFZZN3dObzRBOGVLc2dOZnFvaTNybDM3U3ZEMUFtbGdHaEhoYkZmbUtQRlFsQTNtUHVXQ25RL3ZzUjFlN09Ydy9JSFlPcVRFQlNyMnBiVU8yVStsbWIzSUhmVTdYQjBiZGYzTXhhZEptSHVyMVJqdlpsbEgrZHl3WTA5bVhSaEF0OTllSXl5d2dhT1pkWFExR0NtcWRGQ1k0TVp2d0E5bzg2SlllUHk0eHphVlVsanZabkdlbk5MT0tuVmFSZ3dLZ0pUb3pwakZSSmg1TkN1U283c3IycXArSTNxNXN0WjUzV2pycWFaNERBRHdXR2hMdHNTR0dya3hQR0dEb1c1bFdWTjdOMVVUbmlzajJxUFVOTjJld1NEVWN1NVZ5VmhiclppdFhoT1ZKdWJMS1FPRHlOMXVQdmdRMXE5bHBxS0p0NS9UdldRQ2dvekVCYmx3NkdkN1Y5NkhSSGp5OFczOStMcmQ0K1FlOUJ6VUh6RGc2bG9QUXdNNmF6WHdGQjZEUWp4T0sra29JRXYzdkFlTm9tZlg3UFZ5dlN2dnVLZTlIUXU2OTJiMlQxNlVHMHljYVNxaW9jM2JPQlYyK0JYQURldVhFbEpmVDJ6azVPNXBtOWZ0cFNVTUdYUklxWjE3KzRXNXU0c0srT3NCUXQ0Y3RRb3huZnJ4dHpBUUxhV2xERDF5eThKOWZIeEd1WTZWOFJtRmhheU1qK2ZzWEZ4ek96Umc4SzZPajdMenVicGJkdllWMTdPc0tnb1ppUWxNVy9KRWt3V0N6cU40MnhPWlZNVHM3LzlsaWF6bWMwWFg4eXRxMWFkMU0vSGJMVlMzZGpZWnBBTGtCRVRBK0FTMWtiNytmSEd4SW5NNnRHRGwzZnQ0azlyMTJKeTZwM1VlbGQ2UHl1THpJSUMzcHM2bFErbVR1WENuajI1WmRVcVNoc2FlSGJNR080YW9nYkRLRzFvNE1mQ1F2NjJkU3RMYzNPNXRGY3Y3azVQNTR1Y25KYXFYd0FMdVB4TVltMEQweDJ0cm1hY2JWcnJ3Tml1Mm1ScUNiOUw2dXRwc2xoYzJsUjRPVzhtVG5kUjB5QW9GVXlWRUR3WVRtUkMvditnb1FCMGZ1cHkyR0dmcU9wV2dQZ3JYVjl2akFaOUVCeCtUclZnV0QzUS9UM3N0TDR3ZGdNYy93WU8vS1h0N2FvOUNFZGVodUt2dlMvVDcyblErY0tlZGdidnFNOXRlNzQ0cytsOVhQdnhWUnlCL00ydEZ1cWkzM0IrRVJBL1RGMktHVHRZalVTLzU3T092MTZyVndGTTFyY2VabXJjZS9HQkdwREpXN0MxOUg3SEFEV3pYb1ZEUzl5ckd2MGpZZHJmWWV1YmpwK0wvZURiRUtEQ3FqcmIzNzkrNFNvUUczS1Z1dlMzL0xDcWF0SVoxSUd6c3grZVVCVUxvLzhBc1lPZzVqZ2tPdzJ3OU00NWp2Y0pUVklEUGVXc2t0RHBkQ0g3bFhvcys1WG9hcjJtT1hvcW0yb2hhM0dyQmJyd0wvSmVVK0hFSWRWK0lPTTIxYzZoTThKNnF1K3JHOXMydHQ2MzJ0cXZ0cjd0MkVkSDN3bDZYMWp6dFB0eTAvNE9SVHRWWmJ1ZDJmWTNxbitVYXJrQWpqQzMyekM0NEhWMTlkalh0NnVXQ0szM3E0TkwxRDQ1L2o2NDlqdFk5NUlhZE0xdTZmMnFOWVA5TTV4MXQrcnBMV0h1TDA3QzNGK3hvbU4xYkYxZHdvQ01jRUlqZmFnb2JXVHR0NFV1eTBURit3RXhWSmViUFBhcHRaaXR2UHVVT3B1UzNEK1k2VmQwNThmRmhkUldxWkExTk1xSDg2NUpwcXlvbmtWdjVtQnVkZzFVK3c4TFk4S2MrSllndDkrd01NYWRGMGRiTkZvTlZvdVZLLy9VeCtzeXBpWUw3enpsT011emFsRStCN1k1QlNjYVNCc1pUdEd4T2tvTHZWY1hqcC9kamNSZWdTM1ArdzVSdjV6U3gwY3grS3hJdERyMXkvVFNPL3U0VkFsLy9XNE96YWIyeTNFTlJpMzVPYlZlcTRMYk1pQWpITDFCSXFDZjJtZloyV2hlZWNYanZLK1BIdlU0cjhGczVySE5tMXQ2em5wVDJkVEVyYXRYYyt2cTFTN1QxeDAvemlPYk5ya3R2N09zakpuZmZPTnhYYTIzSTh4SC9TRmM3ZFI2WUh0cEtiTys5ZlRIdHJLbHBJU0JIMzVJbEo4ZlYvZnR5NER3Y0FCTzJFTEliU1VsTEpzOW05enFhdDdQNnVBZ0dhMGNycXBpWGtvS1Q0NGExYkxlMXBLQ2dyZzVMWTBOeDQ5VGFHdTlNQ2dpZ21Xelp4T2cxM1BaMHFWOFpPc3pmTStRSVZoUWc4VGRrSnBLZzluc01xRFkwWm9hSm56eEJZOW5aUERub1VNWkVCSEJ3STgrWXVIaHcrVFgxdko5WGg0N3k4cXdBakYrZmp3eWNpUy9TMHRqZTJrcDEzLy92Y3QySGEydVptWlNFdGYzNjRkR28rR1dBUU00VWwzdDFwKzNvL3FIaFhGT1lpSldxNVZwM2J1ejUwVDdKN1RFYVdiVGVlcGVId3JUeXVIWWE1QnYrd05aRndRanZsRlZ1MnRHUUYyckV3SEI2VEI2RlJSODVPaWxXNzBicjhMR0Fsb29XdEQyY25ZVjY5WE5FOThFVlZGODZFbjEva0o0WXd4V0ZUOTJlejV6RDUwMEd0cTlsS29qVXVlb0E3Mmw5NnNEem96YlZGKytqcTQ3TkVrRlR3MlZxdm9xOHg5cWxHNEFuZDY5LzJIZm1UQjZQbngrbFJxZHZMVmpheDJQcldaVmRYWFk5ZitObGhIdmorOXlueGRnRyt5cDNsWkI2QnVxS3BycXl1RElLaFV5M1BBRFhxMS9HVmIrbitvcEdoaXJBcVhvVk5VUDBkNXJzUzFhbmZ0QmQwT1Y5Q1Q4TlpEOVNwSDlTblMxY2ZkQ2VJcDZYSlhuSHVacXRIVEpmaFdkQmxIOVllV2pLc3dkZWgzOCtBSlVkZUlFZUhpeXFsQWRmYWNLV08yQnA4NFdzVG52VzhFSmNObG5hdkM5bzJ2YzExVzhSOTBBQmwrcDJpeTAzbmRBWFFsUWxlZDVYa0NVMDM0VnBucFIxNVZDWmI0YVBQRHlCZDQvUy81bStPd3FpT3dDc2gyR0FBQWdBRWxFUVZTbnF1aDNmd2Erd1REa2FqQjBzT1dYWDVqcmZtU3FVNkd2K01sSW1Qc3J0L243NCt4YVYwcDliZGYvQnhPVDZNOTVWeWRSVTJsaXk2b1NabDJielBlZjUxSmxHOUNyWjFvd1o1OGZUODYrS3ZadVVpRkdXVkVEMnpOZEc0UUhoaGpvTnl5TW5MMVZsQlcxZlZtM25kblcvOWJjYkdYMytoT1VsN2p1NkdlZEcwZmF5SENXZkhDc3pUQzNJS2VXdW1yMWk5TGdvMlhRbUFpTzU5YXpiN1BhM3Rna2Yvb05EV1BMeW1JYTZ4MC93Nm9USnZ5RE92YjFMenBheTdiVm5UK2ptOXcvdU4ycVh2SGIxVHRFVlhNZmFHZVFzdGIybEpmellNK2VQSnFSZ2NsaVlmR3hZeXpQVTMyZWZmVjZMTUNWeTVmVFlENjUzeG1QYnRwRVNuQXd0dzBZNEZMbDZxeTJ1Wm52amgzanpqV09QMGIybmpqQko0Y084Y3J1M1M3VnVqT1NrcGdZSHcrb2l0ZjVtWm0wcmdFeFc2M2N2MzQ5cXdvS3FHcHF3bVN4c0xhb2lMVk9QWDgxd0Zmbm5jZnc2R2plM0x1WCtabVpiZ1BOUGJWbEMrbVJrYnd4YVJJYTRIaGRIWGVzOGZBSFV3ZjU2blE4bHBHQkJsVWQvTkt1WFNlOUxuR2FNY1pBeGhMd1M0THRWOFBndCtEZ1kxQzZWTTBQNkFjakYwTlRDZXkrdy8zMUVSTlZxd1puTWVlcmUyc3pSRTMzL0w0bk1zSHNkUExRSnc3MEhxNzhTTGdhMEVEWktyVXQzalJYUUdQYnZiUEZHYTZ1Qko3dnF4NWZaYXYwMXZ0QndrakhNZ1ovVlVuWHc2bkNMVGhlSFRRN1Q2czgxc1pscUJwMTZXZkpYblhiK0NyTStoZjBtdzM3TzlEakV4eVh2Qlp1VXdOS2FmUnF4RzBBblkvcmdiSGVEODUrQUdvS29kckRkOXhULzZ5MkxnZjN4QjQ2UmZWWFB4Ly9jQlVlSFZxcStuUDZoY01ubDNwL2ZXVytlekF3OEJJVk9uVkVYRHJjMnFyeTZiMVpLaUFUdnl6WnJ4eGt2eEpkNmQzcGFoK1orQkFrVDFEVEVrZmJCdkZEdFF6UUdsejNvZWcwZFIrWERqN0I2bkZqVmR1Vm8wT3VBb3RKOVdQV0dTSDlHbFdOdXV6K2ptMW5lSXFxaEMzY3BscVZwTTZCdHpQVk9uVzJ2LytjOTYySkQ2bmZDWjU2ejNyYXIrSkhlbSt6NEkxL0JBVEdxWDBodktkNi84QVllSCsyT3FIVDFuN1ZXSzNDWlB2QWFvVmIxWW1nSVZkN2YwMXJ2MjkxUW12VkU2NnRNa1NYa3pEM1Y4NWk0WlNDWFA4Z1BiSGQxYVhHMFFucVBxbFBFQTMxWm54OGRlUWZybVhsZ2p3TVBscDBlZzN6YnUzRnNrOXk2ZFlqZ0tIam84ZzdYTXV5angzL1laYmsxMU9TN3pxd1dVSktBUDJHaFhGd1p3WFp1enMzMG5mRzFCajZEUTJsMzFEWDFnNTZveGFyRmM2NUpMRkQ2Nm11YUVLbjArRGpweVB6bXdLSzg5UTJXaXhXK2cxVjIyYXZSbmIrMmJRbmEwY0ZwUjBNcUZ2THk2NXA4MjhaOGR0anI5SFFBcmNOVkpkamYzWGtTS2ZYOC9pV0xUeStaWXZiOUxybVpxYTJHalRNYm41bVpvZldmYkN5a2pFTDJqaHo2MFd6MWVveE9KMjBhQkVhMUdkdmV3aENXT0toZjYrZEZiaGkyVElDREFhMmwzb2VjWFpQZVRrRFB2SmNwZmp5cmwyODdDR00vVEluQjcvWFhuTUp2NS9kdnAxbmJRT3JCZjlIL2dnNVkya01qb0JWWnh2MU4zUUVtQnRVaTRYYVE3RHRTcWc3QkxGeklXTXg3TDhmNm83QW9EZWd1UkxXVHdHVGgrOWorb2ZnRStQNWZZZjh6L3MyclI3b1dyWGI3MitRY0kzMzVUT1d0djBaYzkrRW5UZTJ2WXc0ODlrdndiUlhNd1YzZ3d2ZmRWMG1JVVBkV25OZWJ1T3JuaS83Qk9oN25qcTRYZmwvNm5uV3QycHdsYkYzcWNlV0Rnd1VtenhSRGFhVXQxRlYzMDE0QUxhOHFVSXMvMGcxWXJreFNBM2dNdTVlQ0lpRXo2L0JyVXBMNytjWTlNWFovcTlzRlkxT0FpTGgzQmM4YjQ5L2hLb3ltdnFrWTlxUXExUmwxS29ud0d4UzIycTF3RVVmcUtvcys0R3JUekJNZUZCdGYrbUI5ais3SnljT3dkcC91RTZyT0hweTZ4SmRUL1lyUmZZcjBaWHMzMm5uVWR4bnZxaUNVMmV0OXpWUVBhbnRDcmZCQjNNOHYwZGdMS1RPVmRXdDl2NndleGVvM3JsYjNsRDdXSHVTSjZyN3d5dWhZQXRjK1pYcWg3M3RIZlVkQjRqb3BmYTlYdFBVYmRuOTdpMC92TzFYcFFmZ2g4ZmRwNS8zdk9mdDhRdFRKMUhTcjFZM1VLSDRoSWZVeVFxQW9sMnFkY1hZdXlFc3hiWHY4SVFIMWMvbDhJcjJQN3MzWDkyR3k5R2Vwejdkb2t0Sm1Qc3IxRzlZR0gySE9NTE5YZXZMT0x5bmN5R3BYVXlDUDlNdTYrNHk3ZXdMVkpWY1FVNHRpOTVVWjRLYkdpMTg4Y1poWmw3Ymc1blg5R2g1M3grL0xmVFlTc21aM3FqS1QrMTllVHRqMzVaeThnODdCaS9yM2llSUFTUEQyYmo4dU1lSzNDSGpJb25xNXNjUFgrUzd2RjlaVVFPTkRXYnFhcHVwS0czRTZLdDEyVGFqanc2VHIrdjJ0UmUwOWt3THByS3NrZkJvSDhLam85cGUyQU56czNxL3FIZy90d0JjL0RhOU8za3lPbzJHMVBCd2hrUkdzc1NwcXZaTVpxVkxMb2ppb0lmQjFrNlZCVTY2aWxtYzVuUUJNT3hUMTJrOS9xQnVBTjg0L1NleDgzcFZoZHZQZHNCOVloVnN1UVNham50ZmY5SG5zTGVEL2RmaTVrSC9aenpQcXoyZ1FtTUFZeFNNMndyYkxsTlZ2SGFSazJId083QjZFSmhzbGZGalRyNHFYWnpoeW5QZ2xYVDFPTFFIWEw1UWhVbTduRTZHblhXM0doenB0VkdPYVNZdmY4dm9qR3BncHBvaTJHbGZoMVVGSnJOZWdXRTN3S1ovdDcxTk9pTjBINk9xcEFDMi84ODJVdmlmVmJBVTJWdFZPL1U1Vi9VbkhYb3RyUGs3bEhsb0tXUU1VTUdVczM4TlVhT2NlN3FVMnR1QVVnZVh3SE1wcnRPdVhhWXVHdzFMaG11WHdvTHIxU1d6RmhQMG5PZ0luVkttd0lDTFladUh3S0dqNmlzODlJc1V2MXF5WDdtUy9VcDBsYmVuMk5vcm9MNHJSVHRjKzlzbVQ0QVovNFRQcjNaVVdKdmJHTGRuM0wycVV0VStjQ0hBdWhlZy94d1ZmaTY0dHYxdDZqbFI5Y3V0UEFhVndLRmxNUG9PMlAwcFJOcXE5dnZQVWRzejlRbkkrUUYyZnVpK0hwOUE5LzFxMGMyb2Z0WWVUdGI4TzhOekpXOTl1ZnQrTmZsUmlFcFZqMi80UWZXMnpud0dtbXJWOXV0ODFFbXBvRzR3N0ViUDFmaWRjWENKdEN2NW1VbVkreXZVMUdDbXBzcUVUcWNsWlVBd09mdXE4UEhUY2ZVOWZkMFh0aVdTRStiRWMvYjUzZHhtdi8vUExQNzlzS3J5bVhGRkVrbDlnL2pmc3dlb3JUSzVwQ3VSY2I0TW14Qk50NlFBS3N1YXlQeTZnR05lQmdWcnpjZFg5U2RLVGcwbUlxNk4wbjlVdGFwenNGbGUzRWg1c1RxekhSN2pRNS9Cb1RRMm1Ba0lObEJkWWVKNGJoMlZaVTM0K09uSW1CcERkTHcvU3o4OHh0R3NhcmQxWHphL042R1JQbTdUQVM2OXM3ZmJ0Sy9lYm52RXl1VCt3ZlJNRFc1ekdiMVJpOFZzeFdMMkhsWFYxelJMbUNzQU9OSFl5Ty9TMHFob2JPVEZuVHQ1WU1PR1gzcVRoUGp0YXE2QWJ3M3FjZklmb2YvZllmczFVUENCNjNJK2NaQnlEM1QvbmFyR3pYb0VjbDRDMnZtRHRia0c2bHRWM3ZkL1J2WGEzVERGZFhxVDUycHpRRjBtMTJBNzZXTnRkaXpmNEhRaXFNbldJNjJoMEZFcExIOVFDMitzRnNjbzEvMHZVUGRIMXppbWdhUHFzTDd0d1RBQmRXbHFXREo4TzErTnFHMlg5YTJxV0Jvelh6MnU5SDcxQmIybXFVdFE3WDBBelkwcXRETDQyeTdIamxMOU80ZGRCOS8rQ1haOEFCczlCRmsrd1lCR0hhekdEb0tMTzlGVCt1Z2FXUFE3ei9NTUFhcnlTV2RVRllUbE9WQmJDdjFucTljZCsxRUZid1ovMVNld3p3eDFPYTI5QjZJbi9sR09TODdGNlUvMks4OWt2eEtucXNGV3pHRnZ6Wkc3M25VZmFySVZoalZXdDc5dkpZNVdWYm03UG5iOUhsVVhxcXJjak51ZzMvbHR0ekVKaWxNdFZaeFBLcXg3UWJYNzBCbFVhNVBxUWxWWnYrazFWZTJhK2F6bmRma0VRMVcrZW56ck5zZmdndTFwYm5TY1BHcE5xNGVRN2lxc2JiWVZ4K1Z2VnUxWk1wOVIrOVc0UDBQQ0NEaWFxZllyUzdQanBJOG5HaDEwSHczSDFuVnMrOFRQUXNMY1g2SERlNm80dktjS1gzOGRLUU5VbUdodXRyajFxZ1h3RHphUU9qeU1ZMW5WSHZ2Vm1wb3NXQzJxcjIzMzNtcGtTSjFPZzlVQ2ZnRjYrZ3dKcGZlZ0VLTGkvYWlyYnNaaWhZTTdLem9jNUFMNCtLa3d0OCtRTU05bmlsQ0RvdW4wR241WTZEM1lQSEc4a2JlZjNFdGtOejlpdS92VE56MlV5Zk1TYUtnem85VnBNQmkxclBtNmdQd2N6OXUyY21FK0JxTnJrOXJFWG9FTVBpdVNGWi9tVVYvbmVvYXVzYUh0U3VJVm4rWFIxb1VHZXFPV214NU9aY2ZhVXRZdmJhTTZTd2liK1ptWkhXNTNJSVQ0R2RqRDBlNjJWZ1QyeWcrTkhycGRDdkdYUStSVXNEU3FXOFZHT1BwdjJnMXl2ZkZOaE1BMmV0eDJWSENyUCtDREI1LzZPc1Z2ajFZUFE2OVhsNVFlNzhDZ2ZKN0VqNEJSZDZqK2VwNE9CRmM4REZkK0NUTmZnZy9uZWI4c2ZPUXRxZy9tNFpXT2FicytWdmRUbjFTWGhuNDdIeTc1V0FWY3l4L3d2SjZ3bnVxK0toL0tqNmpSdXhOR3dvaGJZT01yN29OVW9WRUg3OTJHcWt1NzdYeEQxRUJRTVFNaGRyQ3F0TnJ4bmpyUXRnZHJoNWFxUG9uYXY2aEJvY2Jmcjk0cmJ4TWtqWWUxWGc3ZVFRMU9NL3RWRmNhNWJaTTRyY2wraGV4WDRpY3gvR1lWT2g3d1BOaDB1L3pDNE54L3FrcllUQTlYUTYxL1daMkltZklZRkd6MVBoamE4SnRWdUxuamZjZTA0ajFxdit3M1d3WE9uMTBGNTcyb1dpOTg5MmZ2MnhUYVEzMjNBUmIvRVFLaVljcmpLbVRkOFo3NzhpbFRWUi90bzYyT0ovdWREN0cyL1NwbWtEckpVN3pIc1Y4ZFhLSStXK3hnVlMzY1dBVkpZOVY2ZXM5UWd3L1dlU3NzME1LTWY2ait1eExtL3FwSW1IdWFhRFpaMmZSOXNkdjBxSGcvVW9lSGNYaFBGVms3dkErazFIOTRXTXN4NnF6cmtzbmVWY21oM1pXTW1oWkxRVTROeXo3SkpUemFsMkVUb29pTTlTTnRaTGpiT29xTzFYa01qQU5EVkdYVHUwL3ZvOGxMUUpyVU40aHpyMHFpc2NIekFiQ3Z2NDdRU0IvQ1kzeUpqUE1sT3NHZnlEaGZURTBXY3ZaVmNlSjRBeWtEUWhnL3N4dGp6NDJqdExDQmdpTzFGQnl1YmFuU0xUcGE1N1plLzBEMUZjL1BxWEhybVJzUjI4R1JHWUdCb3lPSVMvSm4rYWQ1YlZiaENpR0VPTTFFVElLQVB1cHhuMGNnL2dyWWNhMXFxV0E2QWZ2dmc3b2MxWkxCTHdrU1BGeCtWMzhVU2pwdzJhWlc3d2lRVDBYZlIxMHJielVkR01GYmlOWW1QZ3doaVk3QmtEb3JOQWxtdndLTk5iRFl5enFLOThENmY4SG9QOEE1VDNsK3IrUUphZ0NiRlErNVY1VEhERkRWVHR2ZWhid05LaGlhOEtDcTJtdjAwSUxNZm5scnlYNDEvL0QzNnVZYnFnSzJ3aDF3NkR1MWpFK3cycWE0SWJEOFFkY0RaMk1nVEhnWWlyWkQ5Z3BZL1RmSTM2SU9tTzJYeFIvNlRnMmFrM1FXNUt4UzFXTnhReUFnQnJRNjJMdlFmZnUwdHFzQjVyNE5lbDkxMld0d3ZQZWZzVGo5eUg0bCs1WG9lbjFtcUpCL3o2ZXFEMjFuNlgxZzltc3FrUHpxZHMvQlpYTTlmSGN2WFBRZXpQa1BmSGlSZXdzRTMxQzE3eHhjN0Q1d29TRUF4dCtuOXMramExUmJrMUczcVg2OG5nWmpDK211cXM1TDlxbm5PVCtvZTNNVG5QczhGTytGSDU5VFZmOGFyUnJBY09BbGFoOVkwcXFOMTFsL1V0WHJlUnRoNnp1UXZ4RW1QK2JZcjNKV3FXcmVQak5VbTRxOERXcS9DazJDK0dIdzVlOXhZOSt2eHQycmVvSi9kVnZiUDJQeHM1TXc5emZBWU5TU05pS2M2Z29UUWFFR0R1NnNJSDFjRkNHUlJ0NTdkaisxVmMya0RBaG02TmxSbUp1dEpLUUVrSkFTNEZpQlJvUGVvT0hIeFVVZXc5eW9lRC9xYTV1OUJybEFTdy9iSmc5aDdtVjM5aVkwU2wxU1lHNjJxcUEycDRZTlM0dG9icll3Y25JTTY1WVVzZlBITWdKRERQUWFGRUx2UWFFTUdSdEpTSVRScGVWQ3QrUUFlZzEwalB3ZFpsdnZxSE5pTVRVNXRtL1h1cklPL3ZTVXhGNkJSTVQ0U3BBcnpnalJmbjRVMTB2ckR5RUE2SG1YQ21QOWtxQjRNWFM3R0RLV3crYlpVTGtGQXZyQ21FeDFNT3lYQ0ttdHFvSjAvbEQ4VGNmQ1hHTWttTHlmZU8yd1RiT2dkTG5qZWZSTUdQSFZxYTlYbkxuOHd0WE5QaUw0aElmVUtOVlppOTBITCtxSWtPN3FnTmMzVFBVcGJIMVE2MnpkQytxeTA3UUwxY0h5OG9kbzZmV2w5NEd6SDRTNkV0ajFpZXZyQXFMVndYZDl1Vm9Id1BlUHdCVUw0YndYWU9HTjdpRlZqN0hRVk9NK29OR3l2NmhMY005L1RWVTY1cTZEc2Zlb2crYlBybFNYblRxcnlvZVhCcmhYUEJyOVZUVWpRTzRHZFVCc0g5NzAzWE9nNWpoY3RnQ09yUFljRnRoRE1ZTWZmSFN4NmxNcW9kUHBTL1lyMmE5RTE5Tm9WVFc0ZmIvcU0wTlZ1VlllZys4ZjdmejY5SDZxWWp0aHBHb3prdFZHWmUreHRXcFF3cEczd3J4M1ljRjFqallQb0U1NkdQeGh3eXV0dGxrSHMvNmxCaEg3NWs0MWJkTy9vZi81cW9MK2d6bnVnNS8xR0tmdVc3Y04yZmVGQ25DblBhMlcyZnlHcXJJUFQ0R1ZqNnBCMWxwN2U0cUgvU29BcW14L2N6YlhxMURaL2xtVzNxOStCNXoxSnpVdDI4UDF5UGI5S2poZUJibUhsa3J4d0srTWhMbS9BU01tUitQanAyUExraUxHbmhmSDd2VmxGT2ZXazlRdmlMcnFabnIwQzJMS1JZbmtaZGV3K0wyam1KdGRBOHZSMDJNWk5DYVNZeDc2MVByNDZZaE45T2ZJZnZkNUxzdlordW8yMUxtSHVUOHVLY0xnbzZYOGVDUC96OTU5aDBkWlpROGMvODVrMGd0SkNJRkFBZ1JDNzcwamlIU3BZdSt1dXVyYTFwOWQxN1pyVy92YWU4R0NJb0tBaUZUcEpSQkM3d2tsSVlSVTB2djgvamdacGljVE9uZyt6elBQekx4dDNpbVhjTTk3N3JrNW1hVjJBZE9ZVmtFMGpnM0U2Q1cxZ1F1T2w1TzRJcFBFRlpuVXErK0QwV2cvaTFsNFExODY5QTduNE83OEUrY0hFQkRzVFdWRkZTWnZJMDFhQkpLOE00K2lmTSt6bzhJai9Uam1wanhFdDBFTjZEclFkVzJtcjEvZFJYSGhhY2pDVXVvMG1SZ2J5NDhqUjNMTDRzWDhzSGZ2dVQ0ZHBjNnRodU1oY2d4c3ZSczZmUWc1cXlENUhXai9HaFFmZ29CVzBHY0JWQmJDeWw3T05YQWp4MEd2MlhCMHRnY3Zab1RnanZZVGx5bDFOZ1ExZ2l1L2s2eTRObU5oL3lLcEIyanloU1hQdTk2bkpOZGF4ODlSZEc4WS81RU1XVjN3aEhQQXhwRzVVckorcnBzQlhXNlE0ZHgvUEFaNUtURDBXWm54ZTg0L3JQVkVRVElLSjN4Y1BWejFCbXNITkdNSExIOVZzaC9IdlEvei9ta2RSbXJ5bHdtU2RzL0RhZHBOY3hVa2ZDR2QwM1lUNVZaZUtPZC8yRTM5ZXNlT3NYOTl5VlFxenJXK3J4K3Z0cTR2U0lmd09CbGFQc2RGbGhQSWV5L09nZW5YU2NCSlhiaTBYV203VXFlZjBWdUNuMDM3eWVSNlE1K0JkUjlLYVlWbEx6bG55b0prbithbHlFVUVSOEZSTU9FVEtlMnhZeWFzZmJmMmMxanhtZ1JPNDBiQ0RYTWw4ejFsUGJRWkJ4Mm1TTWF0YlFEV1B3d3VmMThtRzF6K0VxUldsMDBvTDRMZjdvTnJaOENWUDhETVcrRzRUZW1HdHVQbHZDMlR0dGxLV2lJWnRyM3ZsczhEcERURXRwK2N0d1hYcFZhQ291eEx2U3g4d3ZxNEtGT0M1aDJtd0s3WnJ2Y1BpNVUyL3Z0RDFzeDdkVjdSWU81RkxpelNsMDc5SXRpNUladUNYR3NqVGQ2WlIvTE9QRHIwQ1dmUTJNYWtKaGV3YnFGejNkY092Y1BwT2pDQytNWEh5TWtvZFZyZnJrY1lSaThEKzdmWFBNdThYNEQ4MUVxSzdZTzVEWnI0NDJVeVVGVnBwbDZFRC9VaWZPeldSMVJQcU5hOFRiRGJFZzFoa2I3a1pwYVNuVzQ5djNsVDVjcHhtMjZoWEhwRk5FdG1IS1l3cjRMZ1VHOXVlTmpGUkhJMUNJLzBKVGpNbTEwSnJndXFwK3d2SUhtWGl5RkpRSG1aVGtDanppNC9MeTh1aTQ2dWNUM0FHd01HVUZCZWp0bE5uV3VBWlVlT2tGL3VwZzZiVWhjNm94KzBmeHNLZGtEYVR4TE1CU2pjSlptdllRT2g1eTlRVlFJYnI1TC8wTm9LN1EzZHZvUE14WEQ0ODlwZkwzd1FlTmVIdkMybmZ1NE5Sb04vYyt2emtNNm5ma3gxY2ZJUGgydW5nMDhJZkRkQmhpK1AvWjkwVEE4c2wrQkxaUmxVbGNuczMxWFZGNkF6ZGtQMld6SlJqSmVQM0hLU29WNDBYUGFpN0RQbkgxS2IwaFBGV2ZEVGRUQmxLalFkQU5mUGdtbFh5c3owVzMrMFprcjVoa2l0elI2M3lURHpYMjYyZG93dEVyNEEzMkRvLzArNHFUVXMvVGNrTDVYaHJDWi8yRG5UZXF5R0hTR3FHOFFObDFxQnBmbVErSTEwWkx2Y0NCTS9sUUJiOGpMSTJBN1p5VEpEZVhZU1lJWk8xMGg1bElwU2FETkdPcnkrd1hDM3d6bFplRlZQWG5QWml6S1RPTUNhZCtVMVFXcU4xb3VHckgxd3gwcjVmaXlaVHRkTXQvNDdZNm91QlhiL0R1ZlhtRHEyNW94TmRlWnB1OUoycGM2TUNSOURpNkVTUUFRWTlUckVEcFd5QmkySFNZQzBza0orTTVYVmZSUXZiMWoyTWtTMGhzaU9ZUEtCOGhLWkxPL0s3K1EzRy84eExIL0Z3NU13dzl6N0pJZ2FOMUpxU244L1djcWFaTzZHUC84am14bE5FZ3dkOUtqVWcxNzZnclFqVzBlM3dLdzc1U0xKamIvSlJHaGJwOG5GbStnK3NPNjk2dmZnQ3czYVNudUtIU0wxYkEwR3FYV2JzaDQ2VHBHczkzNzNTOTNhdEUzU25uS1M1SGRmV1FyTkIwc0F0cXhBTHR6VWo0TTFiN3R2VndhalhFeHBQMG15bjBFdUlsa3lpOWU5THlWUkRxNkUwVzlCcTVIV2ZRYytJdjlXV0Q1L2dQdGNCS1dYUEEvYmZ2VHdjMWQxcGNIY2kxeWptQUNLOHN0Wis4ZFJtclFJc2xzM1lFd1VuZnZYWi92NmJGYi9uc1lWZDhWUlhsYkY3OThkcExpd2dsNlhSdEp6YUNSN0VuUFpzTlM1WHErdnZ4ZmRCamVnS0wrQzVCMnVnNWtXZmdIVm1ia09XYXJ0dW9mUnFrdW95MzJNWGxMZUFXRElwQ1luSm5OelpldmFMTmFuMTIwU3NyTFNTcEozNWxGY1VIUG1iTXZxc2cydHU0YVNzRHpEcWRSQ3hwRml0cTNOcnROckszV21SUGo1TVdmczJGcTNpd29JWVBhWU1UVnUwMm5hTkxabDYyOWJYYVQ4WXFSc3d1b0J6b0hhUmxkQTkybVF1dzQyWGdtdG40V0dFMkhEUk1oZEN3MG5RTGR2b1NnSkVxNENIUFl2VG9aU203OUpCaE8wZlZrZXQzcGFncS83WG9YYzZva2t5akxrdFNxZGE3KzdGRFVaS2dxdHowM0JkWHJyNmkra05FODZ2TE51bDA3b3dpZWxsbCtuYXlRQUZSRHUrYkRKM3grU1FGWEdUbGp3V04wbmQ4by9Ja05OaDc4RTIzK1d3TW5jZTYxMUFxTzZTY2ZiTzBBNnNFdWVsYXc4VjlhOEkvc1ArWmZVeVZ6OGpIUzZENitSanU1MU0rVjRJQjNiMUEyU2JiajNkd2tnZ1F5VGJUWUlXbzJTaktwMkUyUjU5bjRac2dwU3Q3UE5PSGxjbkNXdmt4b1BxOS8yL0gwZnNhbVZXSklyTjVEZ2dzbnorUnRPS05hL3krZWN0aXR0VityTUtNMlhMSEZMYmVTc3ZkRGpkbWc3VHVvbWUvblV2TC9GdHAva0FrVDZWaWt2VU5leUo1Vmw4T3RkRWp3MW1pUjQrdnMvNVhkZVdTb1orVGY5THZXeE0zWkllWkswQk5mSFNsNHFGMWxHL2xjdVJzVDBreElveFRtdzhYUEpQdTU2bzJRbFYxWElPYTk2SGJiTmtQWUJFaVJ1MUJsYWo1SDIxZThCQ2NaV2xjUG5ReVhEdDE1VHVQUTV3Q0JCN3kwL3lJVWh2M3F1ejh1VlBOdDZ4R2JyUkd1NzU4cjdyS3YwMDVEQW9OelNZTzU1ekZMN05TVE13MyswWE5pNzlUakhzOG9vSzNXT2d1N2ZkcHpNdEdKMmI1SS9mck8vU0dMc1RjMlpjbmRMOG5QTGFkUTBnSVJsR1M0emRnR0dUbTZDWDRBWGY4NU1kU3JONENpb25qY1Y1V1lxeXUyM1d6N25DTXZuMkJjeER3d3gwYjVuT08xN2hYTXN0WlRHelFOSlRTb2tPTlNiVFNzeTJiczUxNjcrYlYwWUxHVVp6SkNmVTg3ODd3N1Z1TDJ2dnhlZCt0WW5PNzJVa0hBZkJsMGV4YkpmVDZMb3VsSm5TVXBoSVlZUFBpRFkyNXMrRFJ1eU5qMmRVVTJiMGpRb2lPbjc5M080b01CdSsxYjE2dkhQTGwzNFpNY085dVRtTXJoeFk5YW5wNU5kNnB5SnI5UkZwV2d2YkpnRXVldkI1SEJSTWV0UDJQY1M3UDBQbU10aDI3MWc4SUYrUzZXdWJxTkpVaU0zNFZxb2NERXlaVlUvNjJOakFIVDlDc0w2UWRLYkV1aHQrU2dNV0MwbEYvYi9GNDdObGJxN250cHloOWJNVlo2cHFwQkFqMjNOdnoyL3krMEVnM1NRalNid01ra0g4Y1NvRGJQMWNXbStQSjlhK3dWRHQwcnpKTkJrc1hlKzlYSGFKZ2tFSFZ3aEU3VFVadGRzR2ZyWmRxSUVzUTZ1ckQ3M1Nsai9rV1RxcGF5WDRiQ3VzZ0dxS3FTVG5ieFVuZ2Mwa015bzRteE9EQ2VmZXgvTXJlN00ydzVEdFozRi9HUWxUajMxWTZoelE5dVZ0aXQxWml4NXhyNWRwVytEZVEvYWIyTnBWMGFUVElybnFsMVZsTWh2Y2ZyMXAzQXlabXRkYWN1NVdKUVZTUDNkeWxMWU14K25FaVNPam0yWE50NXFsTFRENGh5cFFWdWNJMEhYMG55cEZYMGtRYzdkbGFOYjVNWXJFa3lPYUZOZEZ6ZEYxbS8rVm01Rzc5UGZycElXeTAyZFZ6U1llNTdxM0w4K0E4WkVrWDY0aUU1OTYxT1lWODZtbFpsTy8wNFVGMWF3YzJNT3g3TmRCMTRxeXFvNGNxRFE1YnFqaDRvNGVraXlnQXdHYU5Ba2dPS2lTaG8wOGFlMHVKSmZQMDhpN1lEckxLR0JsMGNSMnk2RVEzdnkyYm5SZGZrQkMyOWZJMUhOQThsT2QvTVBFeERhd0plbXJZS0liUmRDUkdOLzlteks1WmRQOWhNYTRVdmo1b0VzL09rdzRaRytkTDhra2dGam9qaTRPNC9EZXd0SVRTNGtMOXRGZlJ3SFlaRitSTGMwMFRoV0puWnpWY2ZXeDgvTEtldTJ6L0NHK1BwN01XL3FRVUlqZkJrNnVRbSsvbDZzbkp0RzJVa0dsSlU2RzlxRWhySncvSGk2L2ZRVFpyT1pVVTJiOG5LL2ZzU25wL1BUdm4zc3pzM2w3bzRkR2R1c0dUT1RreW1wcUtCeFlDQy9YMzQ1UTJmTjRzOGpldEZDL1FVY20rdDZlWGtXN0huVytqeTRNMVFWZzlFSHdnZkFsanZoOEtlMUhOeExKbE5yOHdJRXhFSGFkTmoxdUFTSEQzNENNYmRKbG02djJYQThBWFkvQ1JsYWsweWRBU1UxbDhJQ3MzUklLMHZoWEZmV3NRdzU5VlJGcVhVSVowNlNkZm5KMVBjcnlvQ0RHUzVXbUYzWEUxUi9iZHF1UEtQdFN0VkZyZTBLeVpwMVZSLzNiTnM1cSs3NzJGNW9zV1M5WnUyRjFXL1Y3VGhsQlhCa28rdDEycTcrTWpTWWV4NXEzVFdVQVdPaTJMZjFPQXQvT2t5dlN5UHBPNklSSFhyWDU4Q3VQUEp5eWlndnJhS3F5a3hWbFptVWZRVUUxZk9oWG4xZlRDWURYdDVHVE41R1RDWURPelprVTVqbnVveUFmNkNKSmkwQ2FSd2JTUE8ySVFTR21FZzdXTVNDYVllbEJxNkxDMHdtSHlOREp6VWhybE05c282V3NPREh3M2JyMjNRTHBXV25laFFlTDZlc3BBcXoyVXp6ZGlINEJYaVJzTXo1SCtjQlk2Sm8xU1VVUDM4djBnNFdzanN4bDNuZkhxUzhPcE00Tk1MM3hMYXBTWVdrSmlVVDFzQ1gxbDFENlg1SkE0Wk1ha0pwU1JXSnl6TklXTzdxUHdvaUlNakU0UEZOcUt5b1lzZUdIRExUU2pCNUcrZy9Lb3F5c2lwTUpnTnR1b1haMVFYdTJEZWNEcjNEU2Q2UmR5THdiVGFiR1R5K0NiSHQ2M0VzUlFMZFVjMEQ2VFVzOHNURlFMUFpqTkhMZ05Gb3dPaGxvQ0MzbksxcnM5eC80VXFkWVRPU2twaVJsRVQvUm8zNGVNZ1EzaGswNk1TNkYrTGplU1VoZ2VMS1N1THExV0VZamxJWE02OUFDQjhJOVlkQzVHZ0o1aGJ0Z3gyUHdLRlBvTExBOVg1R1A4bkFiVGdCb3E0RXY4WlFrUS9iSDRRRDczS2lISU81REE1OUJDbGZRZk4vUU54VDBIcytaQytEWFU5Q2pzM0VOOEh0WUpUbDlhcEhsL1NhWXovYnVHVTQ3ekNiaVYrOEFpVERXQ21sbEZKS0tYVlIwV0R1ZVNqcmFBbnBoNHRaL0hNS21DRis4VEVPN3kyZ1ErOXdtclVKSmpERUd5OHZ3NGsrblRzRng4dGQxcnExR0hwRkU2SmJCSkYrdUlpdGF6TFp2ejJ2MWl6WDNzTWlpZXRVanlQSmhmeituVFhvYWxGYVVrbDBpeUM4VE5hVEt5dXBZdk9xVExhc3lYUTYzdVpWbVdTbUZYTndkejRsUlo1TkZwYVRVY3E2aGVtc1c1aE92Zm8rTkc0ZXlKN05VaXBpVDJJdUtmdWNNNUZUa3dyNDlEKytsL2NBQUNBQVNVUkJWUG50ZHNzcXlzMjA3RlR2UkQzZnZKeHlWdjZXSmlzTjBLVi9CTWV6eWxnNjB6cnI3TzVOdWFUc0w2Qk50ekNhdGdvbVA2ZWMrZzM5aUd6aWo5SG8ranRadDZCdXRYeVZPcDI4REFiKzA2Y1BrMXUwb0hWb0tIK21wdkpXWWlKcjB0TzVLaTZPMjlxMTQ4RXVYWGdsSVlIcCsvZWY2OU5WNnZ6UTdCNW85d3JrYllWamY4Q1d1NlJXYmszRDZBSmJ3NkJORWtRRktFcUdQYy9BZ2ZlaDNFMHR2cW9TU0hvRERuOHBkWG1iM1FPZFA0UGxuY0ZjZlNHMk9BVzJQMUQzOTJDWjBFMHBwWlJTU2lsMVVkRmc3bmtvNjJnSnM3OUlzaHZ5YjFzU3dZNGxmbWhBTWtNdHkxMzBONU4zNXZIaDA5WmFMd3QvUEV4bGhkbXB0RUJOMWk1SUp6ZWpsSjBiYzZ6bGFXd2MySm5QSjg5dHgyQUVrN2NSZzBHQ3VlNFVIQzgvVWJQWGxjTjdDK3pPMmRIeHJES09aMWtEMEdVbFZaU1ZXTE5yZDIvS3JmSDRYNzYwODhSbmFQZCt6TEI0UmdvbGhSV1VGdHNIbVF2ektraFlsa0hDTXRlWndBWUQ5dCtINXgrdlVxZGRwZGxNU1VVRm4yemZ6clI5K3poYVpQMTM1UG40ZVA0ZEg4K29wazBwcWZUc1lvcFNGNldLWFBqTjVtcGM4dHR3NkZOWjdxbkNQYkRuT2ZEeWszSUp1ZXM5MzdjOFd3SzJoejRERE5aQTd1YmI1RGtuMFQ3VFQyTDRuMUpLS2FXVVV1cThwOEhjODVUalJHRnVuVUxBMERHcjFoTlZsV1oyYktpNVJpNUlQZnlUT2Y0NVlYYjk4UjA5Nk9HczRvNkhNNk1CWEhYZVdEMTVNbFhWVnlyKzA2ZFBqZHNhRExXayt5djFWMkV1cjFzZzF5THB0Vk43M2Z5dERnc3VrTCtqU2ltbGxGSktxYk5HZzdsS0tYVVIycDJieS9EWnM1MldCNWhNL0RSeUpLdlMwbmc1SWNGdVhhT0FBRDY2NUJJcVhhWGRLNldVVWtvcHBaUlM2cHpUWUs1U1NsMkVHZ1lFa0ZMZ1BFblQ5YTFiNCt2bHhidGJ0enF0VHlrb29PZjA2U2N5ZVpWU1NpbWxsRkpLS1hWKzBXQ3VVa3BkaE5aZWNRWDEvZnpjcnA4NWVyVGJkWVhsNVFSOSt1bVpPQzJsbEZKS0thV1VVa3FkQWczbUtxWFVSZXF0elp0NU16SHh4UE9YKy9WaldIUTBnMmZPcEtTaWdqQmZYN3lNUmpLTGkwOXNjMCtuVHR6ZnFkTzVPRjJsbEZKS0thV1VVa3JWUW9PNVNpbDFrY29yS3lPbHNCQ0FyaEVSWEJNWHgvVUxGN0x2K0hFQTNoZ3dnT1loSVF5ZE5ZdWlpb29UK3lpbGxGSktLYVdVVXVyOFpEelhKNkNVVXVyTTZoQVd4dXd4WTlpVm0wdGFVUkVqWW1LWUdCdkx4b3dNZWtWR01uM2tTRXdHdzdrK1RhV1VVa29wcFpSU1N0VkNNM09WVXVvaTF5WXNqSmlnSUdLQTVaTW1VVlpWeGZIU1V2TEx5OW1TbVVuL1JvMzRkNTgrUExGMkxWNGExRlZLS2FXVVVrb3BwYzViR3N4VlNxbUwzTXlrSkJwOStTV1Zaak9GNWVVVVYxYmFyZThRRnNaTmJkdnlYSzllM05DNk5aa2xKZWZvVEpWU1NpbWxsRkpLS1ZVVERlWXFwZFJGemd5azIweHk1aWdwTDQrcjQrTHc4ZklpdDdTVXg5ZXVQWHNucDVSU1NpbWxsRkpLS1k5cE1GY3BwUzVDRVY5ODRmRzJ4WldWTko4NjlReWVqVkpLS2FXVVVrb3BwVTRIblFCTkthV1VVa29wcFpSU1NpbWxMZ0FhekZWS0thV1VVa29wcFpSU1Nxa0xnQVp6bFZKS0thV1VVa29wcFpSUzZnS2d3VnlsbEZKS0thV1VVa29wcFpTNkFHZ3dWeW1sbEZKS0thV1VVa29wcFM0QUdzeFZTaW1sbEZKS0thV1VVa3FwQzRBR2M1VlNTaW1sbEZKS0thV1VVdW9Db01GY3BaUlNTaW1sbEZKS0thV1V1Z0JvTUZjcHBaUlNTaW1sbEZKS0thVXVBQnJNVlVvcHBaUlNTaW1sbEZKS3FRdUFCbk9WVWtvcHBaUlNTaW1sbEZMcUFxREJYS1dVVWtxcE04NEFYa0ZnOExaZmJQUUhvOSs1T2FXNmlMb1NRcnFlM0w1K1RhRCtrTk43UGtvcHBaUlNTdjFGbWM3MUNTaWxsRkpLZWNSZ2d2Q0JwK2RZdWZHQTRmUUVVcXRLb1RJZnZPdERteGRnOXpOUW5tVy9qVjhUR0hZWXR0OEhCOTZ6TGgrd0JrcVB3dnBSdGI5T3ZWN1E4VjNZOVFSa0xhM2JPVFlZQ2Y2eGNPZ2plZTdiR0V3aHJyY3R5NFR5VFB0bDdkK0N3NTlCWHFJOGo3a2RDblpDenFyYVg3dlJKT2p3THN6emhmWnZ3S0ZQSUg5cjNjNWZLYVdVVWtvcEJXZ3dWeW1sbEZLblcrTnJvTnNQOXNzcUM2RmdOeHlaQnNudmdMbk1mbjNZUUloN0hNTDZTUVpyeVdGSSt3WDIvbHNDcFNETCs5WXhpT25POGs3UThuRm9jdjJwSCt2b0ROZzRCWHdiUWN4dDRCY0RHOGFmK25FZGxhWkw4TG5YSEZnOUNQSTJlYjV2ZzVFUSswL3dqNGJkVDBQSC8wR2pLMXh2dS9kNTJQTWN0SG9XY2xaRDVrTDc5Y1lBaUh0TTN1KzZVYlVIZE0xbW9BcU12cExkTzJBdGJMb2UwbWQ1ZnY1S0thV1VVa29wUUlPNVNpbWxsRHBUaXBLaFlJZGsxUHJIUUwxdVVLODdOQndINjRaTFJpdklFUDd1MDZBOEZ6S1hnTGxTTW5CYlBnS1JJMkZWZndrR1YrUkpFTllkb3g4TVhBZnB2OEh1SjJzK3Q4SzlraUY3Yks3N2JkcStDbDUrc1AyQm1vOVZmRmp1QzdiRHprZWh3LzhrY0pyOFZzMzcxVlhKSVZnN0RBYkdRNCtmWUZrWHFDcnliTjhkRDhubkUvY1VlQVhLc3B6VnNPZForKzI2Zm10OUhIMmpmRWVPd2R5cUlsZzdBZ2FzZ3Q3ellNMVF5RXVvNGNYTmdFR0M4dXRHUXE5Zm9jbDFHc3hWU2ltbGxGTHFKR2d3VnltbGxGSm5SdnBzMlBHZzlYbHdGK2c5RjhJSFFiTzdJZm50NnVXZFlmOXJrZzFhVlNMTGpQN1FjeFkwR0FGTi93N0pid0pWa0wvTi9ldUZEUVNNY1BTWG1yZXp5RjByTjFmOG9pVUF2ZThseVNiMjFJSDNKRE81N1N0d2JCN1U2d0dOcjdLV2MyaDZCMFJjWnQwK0lCYjhvdVM5QXFUTmdOU3A3bzlmbmdVSlYwdDVodGJQd3E3SFBEKzNiZmVDS1JoeTE4dDdLOHVBekVWZ0NwWDFGYm5Xejc4Mnhja1FQd0g2TDRmV3o4aXhHMDEwdlczWVFNQUF6ZStWNXhuendWd0ZrV1BoMkcrZW43OVNTaW1sbEZKS2c3bEtLYVdVT2t2eU44T3VwNkRyMTlCd2dqV1llK0IvRWxpMFZWVU0rLzRqd2R6d0FkWEJYQnYxaDhxd2ZWc05KOGk5dVFJYXVLbEJtNzBTS2d1c3ozMmp3RlRQZWJ2b213QURaQzJEd0xidTMxTkZydFM4UGNFTVcrK0MwTjVRdUZ1eWtjMFZrbTBNRXNRMFY5aHZiemJiTEt0eS8xb1d4K01scXpiMlFUajRrUVJXUFZJRmlUZkt3eWliRWd2ZHZwWFgzK0FtR0Z2VGVhd2RCcmtiNUR0cTk3cnI3UXhlY3UrNC90ZzhEZVlxcFpSU1NpbFZSeHJNVlVvcHBkVFpZNm56NnRmRXVzd3hrR3RSZmx6dUxlVVliSFg3QVh3YnV0NnZhdzJacmNzNzJXZnR0bjBab205MnYzMmZCZTdYQVJ6K0hMYmNicjhzZjZ0MWdxOGowK1RtRndQRERzR2h6K0RnKzladEJ5VktNSGpqbEpwZng1WXhBRUo3Z2RFSDJqd1BpVGZWdkgxd1I1bXdiT2ZERG9IazB5Qm50ZHhuTFlYZjNVd20xL2c2NlBZZC9CRW1RWHFsbEZKS0thWFVTZE5ncmxKS0thWE9IcC82Y2wrZVcvdTI0WVBrUG4rNzYvVkhaOENPaHoxNzNhZ3AwTzQxMStzS2Q4UGE2dElIUGcxZ1VBSnN1bGF5ZUMwaWhrR1hyMkI1WnlqUGtXWDlWMWpYKzhkQy9VdXN6N05YUXRFK214Y3hlSGFlbm9nY0pXVWJjdU1sVUxybkJZZlhjaERTRldMdms2RHV4aW1TVFh3cVJ1WktIV1NBb3pPdDJiN3VXREtodmZ3MW1LdVVVa29wcGRRcDBtQ3VVa29wcGM2ZXh0ZktmZGFmTlcvbkd3VnhUMEpWR2FSODVYcWJpZ0lvUG1DL3JOMXJFTklOMWwxbXY3d3MwLzFyVlZWQVNZbzh0bVN1bG1WYWx3R1VaY2w5U1JxVVZ4L0xVam9CSUt3UGRQblMrbnp6cmZZQlZvT3grb0haL1hsNEt2b1d5V2JlT0FtRzdvTzRKMkRMMzl4dm4vb3RWSlZMT1lVQmEyQmw3MU43L1czM3kvdHA5UzhKME5iR2ttRnRxZ2ZsMmFmMjJrb3BwWlJTU3YzRmFUQlhLYVdVVW1lVzBROENXc2lrWjAzdmxFbThIR3ZnMmdwcUI3MW1nMTlqMlBwM0tFbjEvTFg4WWlDb2hocTNuZ3JwNXZDOFM4M2JIL2tKanM2U3pPTmhLZFp6Q2U0Z2ozMmo1RDZvblgwOVgxT3djNDNmM0EzV2dMRWovMllRT1JvT3ZDK2Z5K0V2b2VudHNQY0ZLRDdvL3Z6U2ZnUnptV1RwVnVZN3JEUkkzVjVQcFg0ajk4M3VzaTVyT0ZHQ3hhN3NySjZremFkK0hlcjdLcVdVVWtvcHBWelJZSzVTU2ltbHpvellCK1JtcXlRRk5reHltRFRNUnZUTjBQRjltVFJyOHkyUThuWGRYdE5vT2oxMVlkdThZSjk1YTVuRXk2MHFxQ3FCU3B2NnZwRmpvZE9IOXBzMXYxZHVqbnIvYm4yOGZqUmt6SGY5TWkwZmx4SUhsbXpsL2YrVllHNmJGeUh4aHBwUDhlaE11VG55OG9QS3dwcjNyVTFlSW14L1VCNUgzd3dCemFUOEEwRHVPcm0zQkxTVlVrb3BwWlJTSjAyRHVVb3BwWlE2TTBwU3BkU0F1UkpLajBscGhaU3BVRlhrdkszQkpJSFBtTnRsOHJCTjExc25FYXNMbndqUDZ2SFdKbjRjWkM2eVBvKzhISHJOcWRzeFVyNkN0Si9sY2N6TjBPNTFXRE1ZOG5kYXQrbTNGTXFPd2NhcnJjc3FqcnMrWG1CYmlMbE5Nb0R6RW1WWjhRRTQ5S2xrUFI5NEgzTFh1RDhmNzNBSmRGZmtPU3dQZzZKVHpKZ3RQZ0NIUDVQSFlYMGw0OWp5SENSWUhORDgxRjVES2FXVVVrb3BwY0ZjcFpSU1NwMGhhVC9EamdjOTJOQUkzWCtDUnBQZzRBZXc0eUdvS3ExOU4xZkhDZTVvUDNIWnVWUlZJamVBc0lFU1JNMWVCVlJadHpGWFNqMWJkMlVWVGpCQXB3OEFNK3gwbVBSdHovUFE1SHJvL0FtczZDSGxGRnhwZkRXMGVRbFc5YkUvYmtCTFNQK3RidS9Oa1Ura0JLWGRLZHg3ZXNwZktLV1VVa29wOVJkbnJIMFRwWlJTU3FrektQWitDZVR1L1E5cys4ZEpCbktCOEVIZ1hSL3l0cHo2T1RVWUxWbkNsbHVERVNkL3JNRFcwSEFjSEptR1hTQzNMdUtlZ1BwRElmbHRLTnB2djY3c0dPeitsd1N5MjcvbS9oamhsMGdaaXFJREVrUTJWMG9OWFZNSTVHK1RiY3dWWUs3ak9mbzBnSDUvZ2xlUSsyM3l0a0M5SHRiblJyKzZ2WVpTU2ltbGxGSUswTXhjcFpSU1NwMXJ6ZStUQU83ZWYzdStUM0V5bEtaYm54dE0wUFpsZWR6cWFRanBEUHRldFpZZEtNdVEycTJWTGtvOHVCSTFHU3BzNnNpYWdqMC9OMXRHUCtqMm5RUkprMnFZOUswbURTZEE2eGZnK0FiSnduWGx3UHNRZFFVMHZ4L3lOc1BoTDV5M3FUOFlNcGRLNW01Q2RWbUhUaC9KZlhCSFNKc09TK1BxZG00K0RhRHZFaWx2WWZTRnlnTFgyK1dzZ1NiWFNlQzRJZzlhUGlMdmEyWFB1cjJlVWtvcHBaUlNmM0VhekZWS0thWFV1ZU1WREFFdHBLWnFqNS9jYjdmdEgxS0QxMkpWUCt0all3QjAvUXJDK2tuQXREZ1pXajRLQTFaTHlZWDkvNFZqYytGWUhVb0piTG5qNUdybUJuZW9QaWRmTVBoSXhtcTluckQ5UGlqYzdmbnJuM2pkc2REOVI1a3dMbjQ4VkJXNzJiQUtOdDBBZ3hLZzA4ZFN1aUYxcXMxNWRaUUp5RElYV0plRkQ0YW1kMEJ1UExSOEdNTDd3Nllib2ZTSXJGL1dHY3psN3MvTkowSktOSlFjZ1RXWFFIbFc5UW9qbUlLZ3lVMFEwa2tDOVljK2xZQjdvMGt5cVoxUFF6RDYxUDN6VUVvcHBaUlM2aTlPZzdsS0thV1VPbmU4UStUZUsxQXlOZDNaK2JpTGhWN1ErQ3BvOHdJRXhFbG02YTdISlFCNThCT1pMS3pWMDlCck5oeFBnTjFQUXNZZlorUnRBRklHb2Rkc0NiaTJmazZ5VVE5OURxbmZ3b0gzWE85VGVnUktNMXl2YTM0dnRIOWJzb25qeDBOcFdzMnZYNUlDR3laRDN3WFE5V3NJN1FtN25wSnMyVVpYeURZWjFjSGMwTDdRODFjb1NZUDFZMlJ5c3A2L3dPRE5rSGdqWk15M242ak82QTFtcy9WNTJBQUo1QllmZ0xYRDVIaGR2cER2d1NkQ3R1bjhzZFRLVGZzWmlnOUM1bUpvK1JnYytSRUNXMExobnRvL1U2V1VVa29wcFpRZERlWXFwWlJTNnZRNk1xMjZQcXdIU2xMaE40UG54emI2U1FadXd3a1FkU1g0TllhS2ZOaitJQng0bHhNMWFjMWxjT2dqU1BrS212OEQ0cDZDM3ZNaGV4bnNlaEp5Vmx1UEdkd09SbG5LQTFTZlM2ODVVbFBXd3VBbDk4TU9XSmQ1QlVEV24vSTRmQkQwbmdmNU8yRERlQW1VRG95SDlObVF1MWF5Vk0xbGtqRnJMcGQ3ZzVjRWU0MCtFSDJMWlBNYWZTVG9HZmVrVEdwV2ZBRGl4MWxyMnRZbVo2VUVmbnY4SWlVWEFsdkQrdEZTZ3FINEVCVHVoOWdIb2UwclVKWUo2NGJMNUd2SE0yWHl0SjYveXZ0WTJVc0N3QlY1NE45TUpqZ3JPV0o5bmVPYjRPaE0yUGtJRkNXQmYzT3B4WnMrQi9LM3krZFF0Qis3R3NHN0hwZHM2WDUvUWtnWDJQT0NaKzlKS2FXVVVrb3BkWUlHYzVWU1NpbDFZUWhzRFlNMlNSQVZvQ2daOWp3ajlXTExzMTN2VTFVQ1NXL0E0UytoOWJQUTdCN28vQmtzN3l4MWJBR0tVMkQ3QTNVL24wNGZXaCtYWmtpd2MvMFlLRXVIMVFNa3N6YnFLb2dZQnQ2aG5BZ1UxOGdNUzJMaHlBL2dId01icDBpOTM3cklYQVNyKzBQN3QyRExuV0R3aG9MZDhobUZENFQyYjBMR1F0aDhzNVJ2c0NqTGdMV1hTa21KNHh1aDIvZnltWnNySUd1SmZZQytxZ2cyVHJZK3oxb2l0NW9jM3lDMWVqdCtJSUhsMUcvcTlyNlVVa29wcFpSU0dzeFZTaW1sMUFXaWNBL3NlUTY4L0tSY1F1NTZ6L2N0ejVhQTdhSFBBSU0xa0x2NU5ubE9aUTA3dTVFK3krYmNka2sycXlXb1hGVXFRZVNrTjZ6YkdFd1NXRFY2eXowR3dGeDlRKzdOVlZCeFhNb1NISnRuczY2TzhyZEoxcTFGd3BXQUYxQUpLM3BDWG9Mci9hcEs0T2pQOHZqUE5sZ0QwQ2Q1SG82T3pwU2JVa29wcFpSUzZxUm9NRmNwcFpSU0Y0NmsxMDV0Ly95dERndXFYRzUyVXR4bEIxdVlLK1RtZGhJenB4MU8rWlRzVlFlczNRVnl6OG81S0tXVVVrb3BwVTZGOFZ5ZmdGSktLYVdVVWtvcHBaUlNTcW5hYVRCWEthV1VVa29wcFpSU1NpbWxMZ0FhekZWS0thV1VVa29wcFpSU1Nxa0xnQVp6bFZKS0thV1UraXN3R0tGeDl6TnpiUDh3OEE0NE04ZSswQmk5M2E4emVOWDllRkhkb1ArREVOVG81TTlKblZsUjNXciszaytXYjRqY2xMYXJ2eUp0VjJmZTZXNVhBUTJrWFRYcGVmTG5wRHlpd1Z5bGxGSktLYVhPQjczdmh2ODdjT1k2bWYwZWhHdG5TQWU1TmdhamRPVHNibTY2RHUwbndUMmJvTlBWN28vWGVqVDBmOGgrV1dRSE9SZFBidzNhVy9lOVpZRjhWbDYrdGIrWHMrMXZTMkRzLzF5dnUvNVhHUHlrNThjeW1tRDBHeERURHdxT25wN3orNnVKNmlhL2xiZ1JaK2I0TWYzaHVwblE0MjhlYkd4dzBhN2NCRXpxTllXN044Q29HaWIrck44S1JyOEpKbC83L2VyU3Jtd0Rac05la00rcStTVWV2LzJ6UnR2VitVWGIxY1hScmthOERIZXNjdjE1RFhsS3ZvTzZHUHdvZExzRnN2ZWZudk5UYnBuTzlRa29wWlJTU2ltbHNIWWNLOHRPL2hqQlVlNDdzZnNYUXE4NzRaS25ZTjZEYmc1Z2hyeFVDWTQwN0dTL3FpUVgzdTlxdjh6TEJ3WThET1pLNmNCdCtSNHFTcDBQMjJJWWRKZ2kyNjE1UjVaTitCaENvajEvYjdrSDRmUHpzRE5zSzdRWmhNVEF4aStjMThXTmdJWWRJZUVMMmM1UllRYVVGOWt2NjMwWGhMV1F6K24rSFhVN2w2eTk4TjBFNkhnMVhQcHMzZllGMlB3ZExIdXg3dnVkYjA2MHEvS1RQNFovdVB2TTgrT0hJSE1YOUxrSGtoWkRlYkhyN1FxUHdjQkhvT2NkenV1K0hnbVp1KzJYRFhvVWpGN1E0bEtvM3hxeTlqanYxNmdMdEo4TUFmVmg1dTFRVlE3OTdwZTJWaGNmOXoyL2c1cmFyczQvMnE1cWQ3NjNLNENtQXlCOWkveHR0aFhVRURwZkM5dW11MjVYcGZsUW5HMi9MTG8zdEw4Q01FdUF1SzQrNlMramZHNzhyZTc3V3RybFg0Z0djNVZTU2ltbGxEb1hZdnJhWjVzMnJoNlcyUFZHcUtwMHZZOHJXNzZIaWhKNWZNTnNHZVpZa3lZOTRZNlZydGVaSytITmxyRDRXZkFOdGk3dk1Ca2FkbmJlZnRCakVCQUIwMitRNE96Z0oyREpjODdiL2ZFWStOV0QvditFc2tMWStCbjhjZ3NZZlp5M0hmbXFaQUhQZjhSKytha0V1YytXNXBlQXVRcjIvQTRtUDZpcWtKdkpENGI4UzdZWi9hYnJmZWZlQjd2bldKODM2aXJaMUd2ZWdaVDFkVDhYU3dBcmZTdXNmZGU2dk1VdytRMnNla1BPelZGNFN3bGF1QXVlbk85Q204bDd0QWh2SWZjdGgwRllyT2ZIU1Y0S09jbnllTmp6MEdaYzdmdmNzdEQ5dW1sVFlNc1BjTkNtN1VXMmx6WlVuR08vYmN2aDBPWnltUDkvOHUvQnFOZGcycFhPYldEN3p4SndHdndFakhzUFp0OE5xOTUwSGZUc2NyM2N2cjBjcXFyczF4VmwxdjdlemlWdFYrZWV0cXVMcjEzVmJ5VVhnSmUvTEJkbU1VQmw5Y1hZSWY4Q2t6OTB2VWx1ampaL0I0dWVzajczRFlIUmI4SCtSYkRwNjVNN243SUN3R3pmcnVxM2tzRDY5dW1RbmVTOGo4a1grdDd2K2lMeVJVNkR1VW9wcFpSU1NwMExMWVpKSjlEQ3l3Y3dTOEN6TG5iK2FnM21BdXlaQnhzK3RUN3ZmQzBjMndGSE45dnY1eE1FbmE2Qy9Zc2w2eFhBYkpiN3RBVG9mcXQwdXBQL2xBNTdpVVBIT0hZbzlMZ05scjhDaDlmQTRtZGd6TnR3YkNkcys5RitXM09sQkZXdW5RSGRiNWJPZDlZKzErK252QkFNSnNpb1k4YmMrYUROR1Brc0NvN0MzOWZDdWc4ZzhSdTQ5SG1vRnlPQmpObDNRZlhIak5FRVU3NkI0TWF5bjBWSUU1ajRxUXhWM1RQUCtyMTR3bHhwUDhRMVk0ZjlaMWt2Um9KTzY5NlhBSm1qaVo5Q1JURWtUcTNUV3o5dlJMU0JnUTlibnh1ck05VTdYRkczenpIL2lEWG9CSklwK05zRDF1Y3RMZ1V2YjlqN2gvTytIYStTN1ErdnRTN0wzQ08vN2JEbWtoR2ErQTM0VkdjbGx1UmF0d3VPa2lCVDhsTFlQZ1BTRXVVaXpZaFg0WGNYL3piRWZ5eUJ0dlpYU0RiOTBjMXk3bzZLTXVUKzJFN25MTHp6bmJhcmMwL2IxVVhZcnNaS0FIWGZBaGo1WHlsYk5PZHVhRGRCZ3Q1NXFmRERGZlpCOFlFUHkvOE5kczIyTGpONnc4UlBJQ0JjTXVTTHNwMWZxeWE1QjZ3QjlaTGpzUDVENjdxMjR5V1l1Mk1tSEZydHZHK1B2OG5GMy9pUDYvYWFGd0VONWlxbGxGSktLWFV1TEh2UmZyanQ1QzhsK1BEMVNQdnRvcnBMRU1JMnU2d21SWm1RdHNuNi9NcnZwQk5xdXd5azQ5dG1uQVExSE5lQmROZzJmeXZCWEw5UUtMYnBHRGZ1TGhsTCt4ZFpPMUU3WjBrZDNPRXZRbFdaZEw1c1ZaVEF6TDlKMWxwNW9XZnY1VUlTMkFDYTlIWWVRdDNsZWdtYXIzcERobmNQZWd5V3ZpRGxNRWE4QXBFZEpidk1rc1VWRWcxWGZndGwrVkF2R201MkVkU29TWEVPZkZCRFhXVHZBTUFzOTJVRjl1c2FkWmJzdGZpUHJVR0tDODIrQmZBL200ejNYbmRLUGRXUCs5a0hkMEppSUthUGJGK2FWL3R4SzByczIwbmYreVJvdFB3VjUyMHZmeGVTbHJodVY2MUdRbUNrQkozOHdpVFQweExJOEs4UFU2Yktkeit2T3NDVXZWK0NYUk0ra2U5cjhUTllvNWJWRmo4RG03NlJZZWtYRzIxWDV3ZHRWeGVmTnBmTHhRN2JpOEVOTzhMd2wrV0NhK1B1OHBuL2NxdDhSbDJ1bDNJV2k1K0JsSFd5dmNrWHhuMGdwU255VXVHcWFYVS9qNjlHdUM1M0FlRHRYLzA2L3M3clRQNHkxOERSUkNuRjhSZWp3VnlsbEZKS0thWE9CMkd4a09HaTA5aHhpblJVUFEzbUF0eStYTW9mZ0FRWCt2d0RldDVwdjQzQklQZWozNFpSYjhqajlHM3c0MVh5T0NBQ2lyTGtzWDhZRkJ5VHh6RjlwUU9jdGMvYU1iWlk5cElNVHgzOUpvVEd3dHIvMlE4NWRxd2ZHQklON1NmQzFoK2x0dVhKYUQ5WnNuUEM0NkFzRC9ZdGhCWC90UTh3WFBLVWRFSm4zaWJCQUZzREhvYSs5MG9kNFoyejdOZDF1UUc2WEFkaExTVVFzT2QzV1A4QjNMbEdzdksrR1dQZHR0TTFraUZrVzBQU1lJVFdvMkR0ZXpKME5DMVJNdlJDbWtoSE5Lb3J6TGhSaG14YjlMNUwxdjB3R1c2WUt3R3FyUTZaenU1MHVWN2VUMDE4Z3dHRFRGem5tQ1U0NEdIcHROdG1SbDNvd2xySWI4SDI5d0RRdUJ1TWVoMit1c3l6b0JQSTlxMnJ2M09UTDJCd1hYUFYyMTh5NG0xcmJIN1FRekl6QXlPdEFVYi9NR3ZXVzNCam1QeUZCSjUrdk5yK2ZQY3ZraUhOdzErQzRFWlN0c1MyWG1WVmhYUEFxZSs5Y0hDVjY4Q1hKNks2d1lEL2s5OG9aa2lKaHhXdjJ0Y2dQZGwyMWJTL3JMT1Via21ObDkvNXVQZWw5TXg3bmEzZmliYXI4NU8ySzgvZW15TlAybFdMUzJIU0Z6TEN4dkVpUnRNQmNvRjI2NCt3NERHSGRYVm9WMDE2eWQvTXpMMzJ4Mmg1bVFSSEZ6MHRuOGxWMCtENldWTEdvdHZOY3J6RWIyeTJIeTVsVUdiZElablQ2ZHRxcU1udklMd2wzRnBMRU5ZeUlXeUh5YzRCMis2M3l2OVRIUDhmOGhlaHdWeWxsRkpLS2FYT05hTkpBcHQ3NXJsWWFYQ3V4UWVTZ2VadVdPZUNKNndUMUl6N0VQYk5sM0lNdGdJaVpHaGx3dWVRdWtHV1dUcDYzb0VTQkxZTWwvUVBsMEJ6MXh0aDZMT1FreVJaVFY3ZTBuRzI5ZWVMRW16cGQ3OWtwQldrUTZ6TnhHVmZqYkMrVG1nekNYUWtMenU1WUc3dnV5UXo1L0FheU40SDBYMmg4M1V5M1BuYjhmWVpSM1UxL0dVSkhKUWNsOC9QNENXWlRBMDdPbTlyOExJdm1XRmhyb0tmYjdJR3RBK3RncTNUWkxJNGtNeG54d0QreXRlazVtQmVxanl2MzlyeldkRHJ0NnA5RzB1UXYvTzE5a0duZ0Fob1BsaCtVN2N2dHk2ZmRZYzFDK3RDRk5aQ2ZxOU9xaTltT0xhdG10cFZ3cGZXTnRydkFhblp1dUpWNSsxRy9oZU9icEh2MThKU2l6S2dnUXdOQjJ2UXFYRVBHYVpzTU1IY2V5VjcwN0ZkN1owdmJYTHc0M0RMSDdEbVhaa2N5bUxCRXpLRTNQSWVCandzZFNSUEp1Z1UzVXN1L2h6ZExNUGRHM2FVQUZOMGIvaCtzdnNzT2srMG55UVhqOHlWY0dDRkJNK2E5SVNyZjNTdU5hdnQ2dnlsN2NyMWU2bkorZEt1QUxyZjR2bzRxOStXa2svbVNta3J5MStSWUhCNEhCeEprSXVsdG5iUGxZdTBxUnNrbUJzWTZYbTdDbTVVK3phV2RoVTNRZ0x5eFZuV2RSMG15LzI0OTYzTDRqK0JkZTk1OXZvWE9BM21LcVV1S2w0R0E1YzBic3lTMU5UVGV0em13Y0UwQ2doZ2JYbzZBQTM4L01nb09ZVU9vanFuZ3IyOXlTOC9oZGwzbFZMcWRBdHRKZ0hka3VNeUFkaktOMlNXYmdBdmszTm5yTTNsTW9uUGpCc2hQODM1ZUlkc1pwSTJWMHFOUXNmTXVaQm91VS9mNnJ3dXNIb1NOVXZIeVM5VU1wcUtzdURBTXNsUS9kdWY3dC9QMnZkZzZmTlNxemVva1FScUk5dEx4OVZTYTdFbVJpL25UbmRKbm5Nd29OUFZNSFdzdFphbFR6QmM4YlVNRCsxeCs4bDM2bUtIU2xBbWE1OWtLbHV5dGZ6cncxWGZPVy9mZnBKMFlsMTFtcXNxSkx1bzlSam85WGNJYVN6RHJmMUNKZXV3d3hUSk9EcThUb0k3bWJ2bGQyRFJkanpFRHZIc3ZQMUNhdDhtTUZKcUpEZG9KMEdtQTlVQnB2SmlXUFc2ZGJ1V0l5UVk3MmwyM2ZrcVBGWXk2Zm85SUlFZ1MyREdxN29yYlB1ZGhVVER0VC9MNUhzSFZ6Z2Y2OWgydVlGa2Jmc0VPTGNka0lzSWVTbXUxd1Uyc0dsWFlWS0x1aWdUanFmSzVJSFgvZUwrdmFSdWdKOXZoSWkya2dHMzdXZjV6cnZlQk41K3RYOFdJTzNLdGgyVkZ6bFBIdFRyTHBoemp3eVZCOEFnazFWMXZRbUdQZ00vMytEWmF6a0tpSURMWHBRQTNJOVh5L2NCOG0vZnlOZWtIZG5TZG5YKzBuWmw3MEpxVjZITklHNmsrMGxGeldiNVc5M3pkb2pwTHdIdmpCM3lOL1dPNVhMeDlPQXFtVUR3U0lMMVlqQkFvMDd5WGp6aDVXSUNWRWVCa1hLZWhSblE4Mjh5NnNaaTA5Y3lzU3BJdTJzOTl1SXM0ZVNHQm5PVlVoZVZGM3IzNXNrZVBSand5eStzUG5xMDloMDhkRituVGp6VXRTdkdEejVnWk5PbS9ESnFGTS9IeC9OR1lpSVZkU242L3hkZ01oZ1lHQlYxV280VmYrd1lCb01CUHk4UE92NjFLSzJzSkwrOG5MYWhvYXljUEpsN2x5OW4yajQzays4QWdTWVRvYjYraFByNEVPYm5SN2l2TC9YOS9Janc4Mk5tY2pMN2poOTN1NjlTOGlQVVlRQUFJQUJKUkVGVVN0VlpURis1VDlza21hWUdrOHk0RFRJcGlXM0gyT1F2dzVzTDBpRGZ4ZDg2VjMrWGFpcXo0SW9sbU51Z25YUVVBOElsS0x0dmdkUzk5UStIbjY1eHYvL3hWTWc3YkwrczA5WFNRZlJFVkRlNHh5SHo2ZHR4OXNPbUFaYS9hajhwVVZrKy9Qa2Y2YmkzSG4zeXdkeXUxWjNxRmEvYUQ3c3R6cExNNHlrMm1YZEdrd1EwZHMrUklMQXQ3d0NwaGR4c29IVHN0MDJYZ0ZQQlVmbk8xN3d0MlV4dHhrbEhkTWRNNThsNFZyMSsrb2FEbS93a0d5cnhXNmtiT3ZCUm02QlRvUVRoUVRyWjNXNkdJeHNoWTZkbnIzMCtDbThwR1h0cG02UlVTZnRKOE9WS3FDcVhkZ1gyYld2b3YrUTdjMVVqMDFXN2F0TGIvWEJ3ZHdMcVExQ1V0SVh3RnZMNlFRM2h1L0h5VzZxcFhaWG1TOURMTWdGVVdvSUVabHpOTnUvTzNSdnNueTk3MFg3Q1JKRGY2WW1BRTRBWmxyMHNBZEJtQStTaVNWbSs1NjlwMFg2U2ZMNGJQN2NHbkVBK2cwVlB5MFJubHU5RjI5WDVTOXVWc3d1bFhZRk1zbHB3RkxMMk9oOXI4SlBRK1Jyd0NaUXMzTy9HeXpFak8waDdhVEZNSmtnYjhIK1N1ZnU1d3dXUi9ZdFBiNW1GOEJhUWV3aTJUNGYrRDhMR0w2MTFwMjB6NENkOExBSDA3VE04ZSsyTGdBWnpsVklYbGZlM2J1V2hybDE1dW1kUHhzeWRlOXFPVzF3cFYxcU5CZ01MRGgzaTN4czI4TzgrZmJpbVZTc0d6NXg1SXN1elVVQUFhYmZZRDFzcHJhemtVRUVCOHc0ZTVKV0VCSTRXRlRrZGYxSnNMSTkwNjBibit2VXByNnBpWlZvYVQ2eGR5N2JzT3M0R1dnY25lNjRBUnVET0RoMTRjOEFBd2ovL25KSks2NVhvSUc5dmxrNmNlRnJPc2RPMGFUemV2VHZYdDI1OXlzZWFzWDgvVS83NGc5MjV1YXhOVCtlTFN5OWxWMjR1aVptWk5Bb0lZTkg0OFFUNytCRHM3VTJJanc5ZWJvSWN4UlVWRkZaVWFEQlhLWFY2eFE2VlNjcFMxa3ZIZjhoVDBqSEwyQ0hCMUtCSWEwZHYwS01RR0FFemJzWnB3aGFUdit0c20xMXpuRHM1Z1JFdzVoM1g1eE5RWDdLTWhyOWtYZGIxUnNtTVd2YWkxSzlNV1MvRG5hLzhYckt5TEIxWDN4QVk4clNjdjIwZHdMckkzaWNURzluS1BlaTgzV0VYczFzZlRaUk9iRmpzeWIwMlNERFpYT2s2QTh5U1FXWVJVRisrbjlWdk93ZWR5b3NrTTNEZlFwbjl1NnhBaGlkUCtrS3k5MmJjREd2ZWtWdTlHTmZmM2JBWHBMU0ZKNHhlVU9iNmJ6Y2dNOUpqa09IUk8yZkJ0VE9ndzVYU1ViYlYvUllKMXN4L3hMUFhQVjladm8ra3BSSkF1MkdPQk9ZMmZTWGZHMEQ5T0dsN2NTUGx0dkFKNTVJZjd0cFY1bTY1ZU9CbzdOdXV6OGMvVEM2aWRMdEpiaUFsU1liOFN5NVdBQnpkS2dIQWdROUxyZVk1ZDF2M0gvSzBYRlE1bGNsKzV2d0RzQmtDNzZwTzkrRTF6c3NxaWlVQUdkTVB3cG83WDFqeFJGVDFCR0w3Rnptdkt5K1VvSTJscElHMnEvT1h0aXRuRjBxN0FtallTZHBWM0FqbjdWUFh5ejdicHN2MzV4c2lGNDk3M0NiMXFWZS9EVnUrbDR6WXdBYk9vMlhhWE83NnVLN1VkRUVaNURzTWJ5a2pqVFovTHhuNGd4KzNYdWkyYU5SRlhqUCs0d3MvNDcwT05KaXJsTHJnSExqeFJpTDgzQTk1OFRFYUdkMjBLUVYzM09GMm00KzNiK2YvVnJ2b0FMcFJWQjJzOVRZYUthbXM1T1dFQkJhbHBEQ2tjV09Ydy9YenlzcFlrWmFHQVFtYXRnc0w0NEhPbmJrNkxvNEJ2L3hDVXA3MUQ4MkRuVHZ6MXNDQlpCUVg4L1ArL1VRRkJqSzJlWE9HTkdsQ3Z4a3p6bWhBdDY3bmFnREdOVy9PczcxNjBiMUJBN2ZINnpUTi9VeW1mbDVlckpzeWhkOE9IdVRKdFd0clBMZTl1Ym04dDNVcmN3OGNjTHZOcS8zNzQrZmx4UU1yWEF6YnNuRzRRR1lXTmdNM0wxckVsbXV1NGVlUkkrazVmVHBIaTRxWWQvQWdaVlZWSEM4dEphKzhuT09scFh3NWJCaC9IRHJFRTJ2WGtsTmFTazVKQ2FXdTZsWXFwZFNwOFBLUmlVc3Nrd1FsVHEyZUtmd3hDVXBFdEpLc210WmpJUGVBQkFSVy9OZDFmVDJmUU9mTW52ZTdRbFdsNjNxRnUrYTZYcjUzUHJ6WjBuN1pMUXNsQ3k0c0ZtNVpBTC9jSmtObXE4cWh4VkJyTUxmbFpaSVZ0K25ydW44V0ZzVzVVc3FoTmtVdS9rYWFxeVRvN01rUVRsY01Sc2s4TGtoMy9kazREdmt1U0lkZjc1SlNGcTdFZnlUM0RUdEN0MXNscStud0d2aDZsQVIvbWw4aXBTdU9IM2E5LzRiUHBETmJMMFltb1hPY2NNaFdkQjlvT2N6OStwZytjbjhrUWVvMjdwa0hsejRqeDg4L0l1dENZcUR2L2ZMZEp0ZFFTdU5DMEdLb2ZNYkhEOEZ4SlBqWDd6NEpWRVMwa1czYVRaSUF5dkFYNWYxdStjSDVPTDVCenUzcTF6dVJldFl1eWpaOTFNZDF4bUZ4am5PN0d2YUNURTRFVXJwazU2OVMzN1dzVU03ZnkxZUdUd2MzbG1IT3JyTHg2Mkx2ZlBlMVN5MktzbHd2TDY4T2FCcTlUKzYxTGZVdlhaV0dBZnZQVXR2VitVdmJsYk1McFYyQkJNcVRsN29PdXU1ZkpMZWdScEtOM3UwbUtWY3g4M2JacDlrZ3lXQXVPVzVmdHNUaTBDcFkvWTRFajhzS3JMOS9Wd0liU0hDOXN0VDErb1lkd1NkSTJsVlp2Z1NTaDcwQSsvNndaamdidmFYRVJIRTJySDNmOVhFdVVock1WVXBkY0lLOHZkbWFuYzNuTzF3TXYvSEFoNWRjZ3EvTnNQM0dBUUhzdWQ3RjVBbzJ2S3Uzejd6dE5xZDF6L2JxeFZlN2RuR3ZUVEF4T1MrUHkzLzc3Y1R6aHY3K2ZEZDhPTU9pbzNsendBQW0vaTRkMU5qZ1lQN2J2ejhIOHZQcDgvUFBIQ3N1QnVDQnpwMTVlK0JBM2hvNGtPR3paNS9VKy9TVXArZmFOalNVaGVQSEV4MFV4S0dDQWpLS2kybmc3enpjcVFwcURFQVBqSXJDYUREd1MxS1NSNEhxdGVucEoyb1ZPNG9PRENRbUtJaVhObTZzc1dTQ282elNVbTVldkpqZkw3K2NNYzJhOGYzZXZUeTZ4dmxxK1dkRGg1SlpVc0xPbkJ5UGo2MlVVblVXTjFLR1NGcXlRQ3RMSlN2Vk82QzZ6RUVENmFUMXVCWG1QU1FaS3VzL2NqNk9id2hna001cW84NHlDN1duRHE2QVgvL3VlcDEzb0dRK2VmbElrRFFuR1Fvem9kMTQyZS9RYWhseTZSMGduZExXbzJVNHJXTUdxNjJBQnRaU0RxZkN5MGN5bTJ6NWhrZ0hzTUNtYzI2dXZoQm5jbkV4MkNmQS9ybTVTZ0syN3VwaytvYzdMN1BVaTNTbFFYc1krNDVrcWgxY0NiTnVsK0JHYUhPNFpyb01YLzFtdE91ZzFZYzlKT2d3WmFwMGptZjlyZWJNby8wTHBhUHJUdXV4MGlsTzN5YlBsendMTi84QjR6K0FINitWOXo2dWVrajRnaWZkSCtkQ0VCd2xFd3ZaWGxSWTg0NlUrL0R5bHVINCtXblFacXhrZENVdGhwV3Z1ejZXYjRoMTRxeDdObGtuRjZ4TlJTbDgwTTMxT3FNSjZqV1Y3OWN5VVYvcUJobHl2ZkkxYVZlREhwTkprdzZ1bEhaVlZXRzk2T09Ld1F1YTlvTkRMaklBNjhMZGhaRGc2akphbHRxa2RXbFhZTDBRWXFsejZjaS92djF6YlZmbkgyMVhKOC9qZGxVZHNIYjFlZmdFT2k4N25lM0s1QStUUHBmdk1YdWZUSUMyYmJxMGNjdWtvTC8vVTBxWE9KcFRQWEhja0tlZ3g5L2dqOGRxYmxlbGVURDdidmVCOU5aajVkNlMwWnc0VlRKL1I3d3E5ZXh6a2lTcnVtRkh5YlErbVJJVkZ6QU41aXFsTGtqN2p4L25zNTBuVjJ2cXZjR0Q3WjRiRFFZQ3ZiMlpsWnpNcWpUWFZ6UjdSa1p5ZFZ3YzcyelpRazZwODlYRExWbHVyclJXU3k4dTVyWWxTemg0MDAyTWF0b1VINk9Sc3FvcTd1cllFVytqa2VmajQwOEVjZ0grdDJVTEQzYnB3bVhSMFRRSkRDUzE4T3dWYzNkM3JoSCsvdmg2ZWZGOGZEeXZKeWF5OW9vclhBWnpiUTF0MHNRdWNBNHdJVmFHdlZaVVZUR3FhVk9YKzYxTVM2UEFKdU01S2lDQWVqN08vd0c2cVcxYkRNQ3kxRlRhaG9hNlBZL2Nzaktua2hHTFVsS0luVHFWbExQNDJTcWxsRXU5NzVMNnNrazJIU3hMTGNmaEw4bVF4M2tQeXF6VVliR3c2Q25YeHdscklmZDVxWkJ6UUdidmp1NHRrNjZzLzhCK2toSUFERkpMdDNGM0tabGc0VmRQT2t3Tk84bnd4WWcyTW51NHlkY2FPTjIzUU9yMEdaK1VUSnpCVDhocnBjUkRzOEgyRS80NDhndUQ4UjlLOXByVE9kVlJvMDcyNXc3V2JLTWpOalYzTFJsRW9jMmNqOUd3ay9PeW5HUUo4alRxSXBsMnRxTDcxTzBjTTNaS2lZdjlDNlcrcjErbzFDWHNmb3U4LzY5SFNRa0ozeERuanE5dkNFejRSR1lscnlpR0s3NXgvem9HTCt0MzlFNDc1L1VOMnN2NzJUck5ta0ZXbUFIekg0YUpuOEdFajZSOFJxTXU4TnNEempXUEx6UTk3NVRQWkxQTmhIWEh0c1BpWnlTd0V4QWhreDZOL1o4TUVmL2pNZmZIQ20wdXYyMlFRRVpnSkZ6Mkh3a0diZjdXZWZ1V3d5WG9jWENsL2ZLMkUrUTMyNmdMTk93c21ZM0h0bHZiMWQ3NTBHNmlyRS9mS3IrSFpnUGxPSzFHUzZacFVhYWJrelRDNkRla1R1aXBCcDBhZFhJTytOUnJLdjhXRkdkYlM1N1V0VjFsNzVOUkNERjluZHRWYURNNWQwOXB1em8zdEYyZHZBdWhYVlVVdy9hZnBkNzhvZFdTK2RycEtoandFSlFXeUhkN2NJVjFVbFJiQm9OTWZ0YnRGcmtvZmVsek5iK1dkL1VGSDB0ZFhsc21YMmcvV2Y0V24xaG5sdC9KRGJQbFFzenVPVktEZXN2M25vM2t1Y2hvTUZjcGRjRjVmK3RXZHVYV01CU3FGbTl0M3N3NkY1bWVpMU5TZUcrcjZ6cEZWN1ZzeWRWeGNYeTdaODlKWjJrZUtpZ2d1N1NVY0Y5Zkl2ejhPRkpVZENLWU9TZlpQbXZBRFB4eDZCQi83OUNCZ1ZGUi9GaUhyTlBUd2RXNWJqaDJqS2l2dnFLeURoTysvVEI4T0EwRFhHUm1BRk12dTh6dGZwMm1UYlBMMm4yNWIxOXVidHZXN2ZZTHhvK3Y4VHcrMzdtVDI1YzZYNFhXUUs1UzZweUxIU0laWkl2LzVUeEVzMkZIeVhiYTlMWE14cDZ5WHJKUURxNXduZTFpR2Q2YXNVdldKeTJSbTE4b2RMOE4walpiczh0OFEyREVLeERWVlNaSXNlMDQrd1RCa0dlazl1eit4YkQ4WlVqZEtCM21ja3N3OXcvcFJEVWJBTW5McFBNWjFSVUNHMHA5U1ZkWk81WWhwSk8vbEN5Zm5iOUNTSk5UKy95R1BBTXpicFJodGlEQmdQNFB5T010TnNHRzlPck9ZS2RySkFoaCtmemFqSU1tdlp5UHUzdXVUQkl6NUY4eXc3Z2x3eXM4VG9hRjFvbFpob1RYajROTG41ZU9jYzRCbUgyWGZEK1JIZUQ2V2ZMOWZ6L1p1bHZqN2pEbWJTbVJjV3k3bk1QOGgxMW5Hc2Iwa3lDSWY2Z0VqRndaOUtpY2kyUDVpNlFsc09JVkNZU0JaTlB0K3JXTzcvRTg0eGNxYldmdjc4NmZsM2VnMUYwOHRsM2FVdUpVNlBzUDJQR0xUT2prcUY1VENUcFlKcXl5REpHdkxKUHY1OWdPV1AybVpGOGFqREtCWWFlcnBRM01kL2l0REhoSXN0ZFQxa1BDVjFLZmN0aS9yZTBxZVpsa0hiWWVMVUdabEhYU3JrS2JRWk1la3NYbXlOS3VCajBLSVkycmEzZWVvcDUzeU5CNXkzczJla3VReHVBbGdST0xPcmVyMzJSU3FWNTNTZkRsK0NGWjdoTU1JMSt0NDBscXV6cnJ0RjJkR2svYlZlWnVDWVkyR3lnWEN6S3FSNk9HdDVTL3U0NU9hN3RDdmpQLytsS2p0dnR0WURSS0xmL0VxZkliR1BPTy9OL2xxOHVzZFpDREdzR28xNkZ4TndsWVI3U0ZCWTlMb054UnZSajVmcG9Oa0pKUmpvRmNrTmNOYk9BOGlXbGVxcFI4dUhhR3ZOOGpDYkRvWDNWL2p4Y0JEZVlxcFM0NHo4YkxGZHlabzBjelBEcTZUdnZPT1hDQWF4Y3VyUE5yV3VyaWhuaGJheG1aREFiNk5XckVDamZadkk2OGpVYUN2YjB4QThmTHl2QXlHR2diRnNhUndrS3lYR1Q3N3FvT0dyZXE1MmJJekJua2VLNkEzU1JuZFRGai8zNGU5ckErOFpTV0xYbXRmMytYNjNibjVuTFpyL0tmNEFiKy9pUmNkUlhYTGxqQVNwdlBmMWgwTkY4TkcwYm5hZE5PWkZDdm1HejlEM3lQQmcxNFk4Q0FFODlYcHFYeDlMcDFkWDVQU2lsMVdwaDg0WktuWldibXJUL1pyd3VNaFBFZlM1QnlUZlVrWlV1ZWcrdG55dERpbWJjN0IzK2JENVFhZFk0VGhTMThVbWJybnZDeERDVTl2QVlHUGlLZDVwOXZrT3diVzNtcDhHNUg1enA3UGdHU0pRd3krVkRLT3FTYXVobStIaUUxTHEvOVJXWnhkNVhsWkFrMmUvdkR0S3VrL3UrcEJuTkw4MlEyN0VPclpHaHE3QkFKVkNkT3RjL2VPclJhT3NRTjJzdnc1OE5ycGFQWXBJY0VwdU5HMmg4My9oUEpUbTdTVStvdEhsZ3VHV2ROKzhHV2FkRDlWdGUxRzIxdCtFd0NCejdCTU9VYkNSNGNYQVd6NzVIT2JtaHo2V2gzbUNMQjhrVlB5MzcrNGREdkFlaDZnMlJyei91bmZGZVhQZ2MzelpPZ1djTFhrdUhYcEtka3lzVU5oNTJ6WWVrTDFxRzZ0dHBObE05bTV5eHJJTUdpY1Evb2NpTmdsdmZVK1ZyNURXMzlzZllha09lcklVOUxvR2pkQi9iTERWNHc3bjBKUEZpQ2MvRWZTYjNWeTkrRjd5YzVUOUxVZkpEY081WU4yVGxMQWswalg1VnRObndtV2ZiaExlVjcyUFNWODNsOWVabUxkaFVJZWRWSkNoWEZFa2l4Wk9ZdGVFTCtEUmp3a0N6YjcyS0NKa3U3Q21raUFhZDlDK1I5bm9xalcrSDZYNlVORldYSzd6NGtScklhMTlvRVYrcmFybExXU1RadGh5dmc1dmtTOERSWFNkQTBlNjhFc1NMYTFOeTJ0RjJkTzlxdWF2NThhdU5wdXlvdmxOOUoxNXZnMnA4bEdHMHd5T2V4ZjVGY1dMVjFPdHJWM3ZuVzl6ZmlGV2svT1VtdzluK3c3V2Y1LzBxZmU2UytjR21lVEVKV21DRUI2YTQzUXY4SDVmbTNFeVJUdU90TmtwV2U5Q2RzL0ZTQ3J2VmlwUHhDcDJ1a3ZYdzMwWFU1cHJCWTZIZS8xTHZlL0wzOXVxQkc4djhYZzFIS1MwUjFnVXVla0RxOVdtWkJLYVV1REI5czNjcXZ5VzRtUlhEalVMNzdmK1NIUlVmajUxQVNJTCs4bkkrM2J6OFJHSXl3S1Nzd3BXVkxmaGd4Z3R1V0xPSExYUzVtTEhVd3BXVkx2STFHNG84ZG83Q2lna2gvZjN5TVJ0S0xpMTF1YnltN0VPYnJZZjJvMDhqeFhFOUZRWGs1Qnh3Kzk5ZjY5NmRiUkFTWE9kUUR6aXdwY1h1Y2lxcXFFNW0wRmRYL0dja3NLYkhMcnMycTNqK3RxT2pFc1NwdEppd3JxYWdncFhvaXRNdWJOeWUzK250ZFAyVUs3Y1BDbkY0ejBOdWJtOXUwNFpxNE9LZDFmMXU2OUt4blRDdWxMakpEbjVXc3Nqbi9zSjhBSkxLREJGNERJaVRZYXVtQVp1eUE1YTlLSnMrNDl5VVlZUmxHYXZLWGljZDJ6MFBHZDlnd1YwSENGOUtaYXpkUmJ1V0YwcUU5N09hQ2xtUEgyTCsrZE5xS3F6dkg1a3I0OFdycitvSjB5VnB0M04xK2xuQmJZYkhTZ1o1K25RUnlUNGM1OTBnR2Jkdkx3VHNJY3ZaRDRyZjJXVTRnbjhHTW15WFROblpJZFliV0ZxbG4yZkl5NTZCVFJUSDhlSlZNQU5OcWhBUWxjZzdBa3VjbHM2cjdyZTRuYmJIWStKbjE4YW8zSU9jZzVLZEt0dFhsNzhrNVpPMkYzeDZVNGFJV0hhK0VObU5reHZzZHYxaVhMM3hDaG5LUGVsMnlsbklQeW1lYXZoVyttK0E2dXdra0NITFp2eVVZdGZUZjF1VWhNWkxGM09FS0dlTDd5NjNTU1IvOXBwVDM2SDBYYlB3Q2RzMlc5UmVLTnVNa0VKRTQxVDVRNEI4R2w3OHZ3NUdYdndTcDFjTzd5NHZndC9zazArdktIMkRtcmZhVFpyVWREM2twcm1lWlQxb2ltWUM5NzVhZ0ZVaGR6bTAvT1c4THJpZDFDb3F5MWxvRitaNHRpaklsYU5GaGlud1BydllQaTVYZjkrOFAxVnpYdFM3aVA1WmpkYjlOZnErRjZSS2NXL091TlVzZDZ0NnVBUDU0UklJOW5hNldraWhGbWJCakJxeCtDMjZZSzl2VTFMYTBYWjBiMnE1T25hZnRDaVJ3WFZZbzVZeGFEb1BjUTVLQldwRHVITXlGVTI5WGUrZGJIeWQ4S1JlWTB4TGtRczJnUnlRQVcxRXNnZnhOWDFuUE42cUxCTVVUdnBJc1dzdnl4Ry9rdlE1N1FTN3k1aVRKaFpiaUxHbUR0bTNUbHNsZjJySEpUMHAwV0w0Ym55RDV1OXY3YnFuTnZPSlZDZnlQZUZVQ3pCMnZrZ3N5MjZiTGEvMEZhREJYS1hYQldwaVNjbHFPNDIwMEFqQzZhVk83VEY5Zkx5OE9GeFR3OGZidEhLa09HRGF5S1Jud1VOZXU1SmFXOHZQKy9XNlA3V1V3RUJNVXhNVFlXSjd2M1JzejhLL3FUTkFBay93VFhPSW1XR3JKaEhXc09YdW0xSFN1cDF0TVVCQnRYUVJQNjZwYlJJVGQ4eTRPengxdHo4bmhoa1dMQU5oMnpUVW5sbisxYXhlUkx1ci9QdG1qQjl1eXM1bnQ0cUtCVG9xbWxEb2xnWkhTK2RqNkkreXBub1RTTjBScTJQYTRUV3JUL1hLenRXTnNrZkFGK0FaTEFQT20xaEpFU0Y0cXcxbE4vckJ6cHZWWURUdENWRGZKTG12VVJiSnpFNytSVGw2WEcySGlwMUx6TG5rWlpHeUg3R1RwQkdVbkFXYnB2QmxOTWp5MXpSanBWUGtHdzkwTzUyVGhWWDN4OGJJWHBRTUgwa2xOcks1SE9mZGVxQmN0RTVmY3NWSXk1U3laUU5kTWQ1NU02WDRYRTUxT0hTdkRlNyt5bVlWN3liTnlxMDFoQnZ4MnYvUHlvNG11YS93VzUwaDlZc2NheFpFZHJNZnpoRitvZEVSNzNTSDFHZjNESk5OMzFwMHlPWkNqK0k5aDB6ZlNjVGFhSkFqZnNLTUV5cHYwbGlCRDFqN0kzQ21mWWNOT01Pa0xDWW9jMnc1NVIyUUNvb0tqVUhBTXJ2aEtoa0RQdlYrQ1I4MEdTb2UvOVJqQUlKbkdLMTYxMWovOGNyaGtXdlcrVzdJV2h6d3RBYTNWYjhudzZmTmR2L3NsRSszUC84aHpvMG1DTm9NZWxYclFTMStRZG1UcjZCYjVQc2E5RHpmK0poTTJiWjBtZGFDaisxaUgrbnI1UW9PMjBwNWloOGhuYVRCSUlDUmxQWFNjSWxsai9lNlgrcHBwbTZROTVTVEpkMVpaQ3MwSHkzZFlWaUMvcGZweHNPWnQ5KzNLWUpTTEtlMG5TYUFTSkNQV2tnRzU3bjM1RFI5Y0NhUGZnbFkyQWRTQmo4aS9GU0FCRUlEN1hBVFBsandQMjM2VXVxZUxuNUZsQjVZNWx3NXdwYTd0eWx3RjZ6K1VtNlBnUmhMNHJDeXIvWFcxWFoxZDJxNnMrNTZOZGxWVkliK2ZGUzdLSkx6UjNIblo2V3BYWHI3eXVUVHRCeU5mZ2ZxdDVYdTBUSVRtR0JCTzNRQWY5ckplV0E1dEptMG5xcXVVV21uWVVVWWZwVytWQzhMMVlpVHJ1dHROc2l6M2tMU3AvRFNwZlQzbWJmbis0aitDdzZ1bG5YYThVdHFXVDdDTUxGcjhqRnl3QVpoeGsxdzRHdkNRdEszZWQ4dHZZdXNQc1BIejJ0L3ZCVXlEdVVxcHY3emc2b20xN2xpNmxLbDc5cHhZL3RQSWtTZXlOWThVRmxKbE50TXNPQmlRaWIxNlJVYnk3UHIxSjBvdzJPb1NFWUg1bm52c2xwVlVWbkxia2lYOGNWaXVTbGRVWjR5YXFvUEpqbnlxbHhlZFltWnNiVHc1MTlQTlpEQ2NlUCtuNG9VK2Zld3liNzNjZkphMStXRGJOcGZMSCs3YWxZU01ESjZMZC9NZlFhV1VPbG1GeHlTNGFha1RHTlVOcnZ4T2hyRHVuUy9CeVFMbit1NkFsRjNJU1pac3VNbGZTc2NtYnFSMGNnNnRnZXRteXZGQU9yYXBHeVNMZCsvdkVwZ0Z5YTVwTmdoYWpaS01xbmJWbVQ3WisyWElLa2c5dXpiajVIRnhscnhPYWp5c2Z0dno5MmszQ1ZtdU5iQVIvN0UxYUZzWDUwTW0yNGtKMWhKcTM5YkxWeVpyOFF1Vm9iQnIveWYxRFd0N0g2MUhRNjg3WlZJN0x4L3BpQi9aS0ZseHlYOWFNNCtNSmdtTU5Cc293WkVldDFzLzE4emRFdnpPMmk5QnJPU2xjaDZqWHBkZzFjN1pFa3pKZHJnb1hWVXVRWm5FcVpMeDNQRkttUXd1TGJGdW45TzU4dnMvNVhkZVdTckJ2cHQrbHdCQ3hnNHBUNUxtNW50TFhnclRyb1NSLzVXTEVUSDlKQWhSbkNOQmdhSFBTRERPNkMyQmx2U3RFcXpjTnNNNkJEL2hDMmpVV1FKNnpRYkpzSDZEVVQ3VHo0ZEtKbUs5cHRVVEF4a2tlM0hMRHpJWm9MdVo2RjNKTzJMenhHd3RLYko3cnJXK1psMmt1OGsrUFp0aStrbXd4bkdDS0ZlMFhaMTkycTdxL3BsZGFPMEtZTlIvNWVKSTJpYllOVWZhVlcyWnJtR3hNUHcvRXZqMUNaS2djZnBXdVZDODlQbnEvd2RVanhpSzdDRGZZVXhmbWVETXIzb0M2NHBTK1BKU0NhQ2JxMlFVRWtnZDV0aWhrTEpXU2xFNFRuNEhVbnBpL3lLSTZRK2RyNUVMMkJkS3V6b0ZHc3hWU2wxUTZ2djZrbnJMTGFkOG5NMVpXZlQ1K1djQWdxcnI0RG9POFE4MG1TaW9EdFJXbU0wazVlWFJKalFVYjZPUmR3Y040bWhSRVc4a3V2NURVVmhlem9hTURNeG1NOGZMeXRodzdCaGY3dHBGcWsxSmdOenFXclRoYnNvb1dFbzZ1Q3ZEY0xwNGNxNm5XNFMvLzRrU0I2ZGkzRysvc2NnbVEvdnlaczJZTTNic0tSOVhLYVhPQ3R0aGpXbWJKTUI2Y0lYemJOU3U3Sm90UXhqYlRwU1pwdyt1bE02dHVSTFdmeVFac0NuckphUE03T0xpV1ZXRmRPNHNIYnlBQnBJWlZaek5pVTdYM1BzazY4eG9zaCtHYWp1TCtjbEtuSHJxeHppVHdsdEtwbC9xQnZ2bFRmdkxwRERsUmJEOUYrZjkzdXRzLzd5eUZMNGRCeVY1T0pXL3FFblNFcW01dWVrYjZaUm03SFM5ZjFXRlpKTlo2aDRidkNDOGhXU2w1UnlROWIvZWFjM0lLc21GR2JkSU5xV3JHcUIyeHk2WHlZWjJ6SlRnV1cxbEpjNFh0a09yeXdwa0tINWxLZXlaVDYzZndiSHRFcWhyTlVyYVlYR08xTW9zenBIZ1VHbStCQStQSkRnUGk3WTR1cVY2YVA0ckV0aUlhRk5kdjdQNi95dWJ2NVdiMGZ2MHQ2dWt4YTZ6VXM4WFJoTzBHUXU3NXRyWGpRMkpodUV2eXVQRWI1MzMwM1oxN21tN092WGpuQ24vMzk1OXgxZFpubzhmLzV5VFFSWXpFRGFJRVFTWklpQUlEaFQzcUZhcG8yb2QzdzZ0dHJhMWFtdXIvbXFudGZyVjFyYmYxdGJaMXFwdDNhc09RR1E2R0xKbDd3MUpnT3p6KytOT1RFSW1rQkFTUHUvWDYzbWRjNTc3ZnA3blBpRTNTYTV6UGRlOXYvUHF4YTlWM3ZmbUhmRG1iV1VmL05iRjV2bmg5NDBsYjRSNXRXRjI5Y2R2bWhlMm1YOHNHMk42Ny9CN1N0YmFFTENOUytUejc2azNid3NCMzlKTTNKcXNuaEsycGpTdkRvREJYRWxOU2s1QkFkK1lXSGxWekYrTUhNbmFYYnY0M2R5eVcxenVQK0VFbG1kbDhVZ1ZXWmZieWdWdWU2U2xBWldEdVdrSkNXVGxsOTJPTW52TEZrWjA3TWh0eHg1TC8zYnR1UHl0dDZxdEovdlp6cDJjOHNJTHRiNlhkYnQyMGJObFMxTGk0eXRsNFBadEV6NnBuTGV0WWJPUTZqTFcraFFGQnJSclYySGhNa2tTbFZkdHJrMWhYcmlGRXlwbXp1eFBmYi9kbTJGbFZXVURZbFhYRTJ6dVduV0RpNThJMlhVYlpvZWdUZnMrMEhsbytIcThkbXY0bXRWRmFjM2pmWkc3bzNKNWg3cUlGWVUvZXN2LzRidjNyYlZiYXEvelgwbFQvc040d1g3OGpsUCtnNWJTVExDdFM4SXQ4ZnNpUHlka2ZsYmxjSnhYa1RnNDU2RlFZbUROelBCOTNySnorSkFrcmtXbzFWblhvSm56cW5FNXJ3NGQ5VG12Q3ZjemlXalNML2Z2dUt3MVpRSDVVdVhuMXE3TmRTOXA5UG54VFhoZTdRT0R1WkthbEx6aVloN2ZhN0d4K0VpRTM1NTRJaDl1MmxTaDdaN2h3MW1ablYycC85NzZ0MnRIREZpOFkwZUYvZTJTa2lyVVJaMjRiaDBYWjJaeTEvRGh2TGg4T2MvVXcrSlhFOWF1NVlvK2ZUaWplM2RlS0ZlWE5RS2MxYU1IdXdzTG1iaDJiYVhqa3VMaVNFdElJRHMvbjd4NktGZHdNSjNZcFF2cFNVbk0yVnBMNWtJZG5OMmpCMGVVbEw0QUdGUkx6VnhKa3VwazQxeVk4WHM0OHRSUWp5OCtLZnhCT2YvZllYWDEvYm5sVmpyY0ZlWERoSHZEN2ZMZFJvUmI0SE4zaGd6WU9mOEkyWnFTOW8zejZyQmtNRmRTazNkV2p4NmtKU1F3ZGNPR092VS91MGNQdXFXbDhZOGxTOGdwS0dCWVJnYUxkK3hnWjdrczNBalFOVFdWOTllVjFVNmF2akhVTHR5OFp3L1h2ZnZ1NS90L09IUW9QVnUyNU90VlpBelg1cy96NTNORm56N2NlL3p4dkx0bURWa2xaUjF1SGppUXpOYXRlV2pPSFBZVUZWVTY3cTdody9uQjBLRU1mKzQ1UHR5OGo1OVdIa1RMczdNcmxJbUlqMFQ0eGNpUkFQeG8yREFHcGFmenE0OC9abXE1ciszMGpSdnJYQ2Y0aTVtWjdDcFhzN2kwL3JHa0dpUzBoM1pqWU5NckVOdHJyclVlRGkzN3c1ckh3K3VrN3BEYk1MV3pwVVBhbm0zdy9uMWhrMVJQWXFGT2FqTmZtRWc2dUp4WGh5T0R1WkthdERhSmlmeG05R2kyNXVieS9OS2x0UjhBSE4reEkzY1BIODYwRFJ0WW5aUERxZDI2OGRTaVJSelJzaVVuZCtuQzF0eUNqVXFnQUFBZ0FFbEVRVlJjVHV6U2hiWXRXakJ6MHlZZ2xEeDQ5c3l3aW1sYVFnSkpjWEdmbjI5VXAwNGMwYXJWZm8xL3dycDEvSFhCQXE3cjE0OTVsMS9PVzZ0WDB6MHRqWEhkdXpOdjJ6YnVuakdqeXVOR2QrckU2cHljUXpxUUN6RHFYLy82L0hsS2ZEeVBuM1lhb3pwMTRvRlpzMWllbmMxdHh4N0xsSXN2WnZMNjlkejN5U2U4c21JRnI2NWNXZWZ6Zi9XOTkvYXJadTd4R1JrYzBiSWxlVVZGeEVVaUZNWDJvZDZhR2srblMrQzQ1MkRwcjJEaEhZMDltcXAxdkJDRy9RZVdQd1R6YnduN1duU0MwZE5oOTFLWWRtcjlYS2ZuamREdGF2amtLdGhkaHpwaTVmVzZDWHJmQlpNR1EvWmVxeTkzdmhneWI0ZTFmNE9VSStIa3ViRHFVWmgvS3hUdnJwK3hTNUlrU2Rwdis3ZnN0eVFkQXZxMmFjUEVpeTZpVDVzMjNEaHhZcVg2dFlYRnhiUW9GM1F0MWFQa3R2eVYyZGw4cFc5ZkVxTlJubGk0a01Sb2xNZFBPNDJYenoyWDI0NDlsbmZYck9Gdml4ZHpYcytlVFA3aUYwbExTT0NtU1pOSWpvL25YMmVmVGV2RVJLTEFrUGJ0K2FnazZMcy92dnJlZTl3NlpRcTdDd3U1OHVpajZkZTJMYitkTTRmUi8vNTNoV3poVWduUktNTXpNaXFVWlRpVXhVVWlYTjY3TjdNdnZaVHhtWms4dDNRcGQweWJ4dS9tenVXb3A1L21ob2tUNmRXcUZTK2RjdzRmamgvUG1kMjdOK2g0VHV6Y21mOSs0UXVmTDJqMzk5TlBwM1UxR2IyUEwxeFlJVHRiMmk5SjNTRzVCN1FaRHBGNitodzl1UWUwT1I3aVUvZnR1R2hLQ0FTdisyZmxRQzVBVVVrbWZUUVJkaTJDajhaRDF5L0RtQm1RbUhIZzQ1YnFLcHBROWI0VysvZmhxU1RDUWttVlJNSzhxckpOVXEyY1Yyb0VmbWRKYWxMaUloRkdkK3JFdGYzNjhlVStmU2lPeGZpZjk5N2oyU3F5Y3BmczNNbTQ3dDM1NGRDaGJDcTUxVDhqT1psTE1qTlp2R01IOGRFb2R3MGZ6dHl0VzNsLy9Yb2l3RkZQUDAxS2ZEdzc4L05abFpQRFEyUEc4SzFCZzVpMVpRdVh2UEVHUzdPeXlNclA1NitubnNxaUs2NWdhVllXM2RMU2VMZWtydTJHM2J1Si9QNzMrL1NlaW9IZnpKckZiMmJOcWxQL29lM2JreHdmejMrV0xhdTljdzMyWjZ6bERYam1tV3Jia3VMaUdOV3BFMS9vMVl2eG1abDBTVTBsdTZDQVd5WlA1cmR6NWxCYTVUZS91SmcvenB2SDR3c1g4czJCQTduenVPTjQ0L3p6bWJodUhUK2NObzBwNVVwbjlHdmJscHl2ZmhXQVNDUUN3TXZubmt0UnVackJjZEh3R2VXS3E2NzZmRjlLUWdJVFNnS3lmZHUwNGZYenptTlZUZzZudnZnaUl6dDI1Qjlubk1HS3E2N2l4ZVhMbWI5OU85dno4aWdzTHFhZ3VKako2OWRURkl2eDVUNTlTSTZMSXprK25xU1N4M2ZYcm5VUk45WE56cGt3YlJ6a2I2eGMxdUJnTytKR1NHZ0RpMzVjZFh2UnJ2QVliUkdlYjN3UlBoZ0ZQYjRLK1lmMm5RQnFacjd3eDdDQzlUUGp3eXJYQUFNdmhYRS9oVCtkQU5ucm9QL0ZVRlFJQzErcy9Yem4vVFo4bVBMcXpXRWxlb0FlbytIWXI4RGsrMkhyNG9aN0w5S2hZdWkxY093MThQeFZaWXNtdHN1RWE5K0cxNzhiYWtKMzZCZHFiMDU5dVBiRnBJNjdIbzQ2QS83N3c3QllJRUJLQnpqOVo3RHdaVmowY3NPK0grbFE0THhTSXpDWUs2bEpHZE81TSs5ZGVDRUFMeTFmemcrblRXTit1VVhLeXJ0OTZsUWVQKzAwL3QrSUVjU1hCUG1LWXpHV1oyWHg3Y21UeVNrb1lNbU9IZHd5T2F5bUdnT1dabVZWT01kcksxZXlNeitmZXovOGtJS1NvT0ZUaXhlelBEdWJlMGVNWUhENzlyeTZjaVhQMXNOaWFIVTF1bk5udHVibU11a1F6Ump0MDdvMW4xeDZLU254NFVmTThxd3M3cG94ZzBmbXptVmJYdFdyaStZV0ZmR2JXYk40Yk1FQzdoNCtuQnNIRE9EUnNXTVo5TXd6RkphVVFGaXpheGZmZnYvOWZSN1BIMDQrK2ZQbks3S3pXWkdkelJkZWU0MHR1Ym04c25JbEE1OTVocHNIRHVUTUhqMjRPRE9UMUlRRUluVTQ3ei8vL3ZkOUhvc09ZMXZydUlwd1E0cHZCWm0zd2NvL3dlN1BvUFZ4a0xjWmNsZVY5U2tONWlhMmg4UU9rTnc5WkJZWGJJZEJmNEt0azJEdFU0MHpmaDAra2xyREVTZkI0dGZMQXJrQWtkTC9uVXRLNDNRZkJmMHZnVDVudzV1M1FWNVdwVk1Ca0p3T3ZjK0dsZStYQlhJQlduY0xmekIvL0ZjNDhEVTVwVU5mM3dzZ0VvVWRLOHIyZmY1TFQ4bTg2amdJanI4eHpJMVhib0t0TlpUeUdUQWUwanJCem5LcjBTZW1oR05kSkZDSEMrZVZHb0hCWEVsTnlzUjE2L2pDYTY4eGU4c1dWdVhrMU5oM3p0YXRESDMyMlJyN2pIM2hoU29YR0N2MTV1clZ2TG02OHVJL2s5ZXZaK3lMZGNnRWFnQVB6SjdOQTdObk44cTE2Mkx4enAzY00yTUdTZkh4dkxscUZUUDJvUVRGdHJ3OHZqMTVNby9PbjA4a0V2azhrSHZkdSs4UzJjL2F0dVhMVWVRV0ZYSDg4ODlYS01teElqdWI3MDJad3ZlbVRLbHdYQVNJUmlKRStQelhNR0t4R0xGeXI2VW1wZmVQSVpJQWkrOEI0bURJa3hCTmdwVi9oSlJla05RTldnNElmVTlaVkhaY3JBQnkxOEdlMWJEejQwWVp1ZzR6ZlM4SUpSWG0vR092aHBLL2prdC9Gcnh4SzJ4WkJDZmRBUm12d0JOblE4R3V5dWZyLzhWd3ErdXNwK3MraHY3alljRUx0V2RRU1UxRmVtL29PQkNtUGxUeFE1Szk1OVduLzRTc05YRCtJL0RsRitIWnkyRkRGYjkzZGh3QTdmdkNoMytHb3FvL3JLL2txRE5oM2NldzJ6czkxRXc0cjlSSURPWkthbkplWHJHaTlrNTFWRk1nVi92djEzVXNHVkdkdWR1MlZYaGRER1cvREIyZ3ZXc3JWeWNHTG94MktFczVFdnJkRCtsalE5Qm4yeVNZZHd2c3F1Slc2UzZYUTY5Ym9OVkFLTTZIYlpORG1ZR3NUeXIyU3o4Vmp2Z210Qm9DU1YyaFlCdHNlQkVXM2c2RmUyWDh4YVZCN3p1aDg2V2hiKzZhRUJUZFhVV1dma0o3T0dNejdKZ09INHdzMngvZkJvNzhEblQrRXFUMGhLTGRzUE1UbVBVVnlLdGo1bjAwT1l5bE9rVWxIM3ExT2paOERlYmRBZ1Zib051MWtIWU1mSHdwOVB4R3lOcmRzeHB5NW9YQTdvTGJ3dGNwZHhYa3JnZUtxNytHVk4rR1hodXlqMVpQcmJnL3JxU09ibEc1QU91SGY0Wk44OE1mMDFVRmNxUHg0WHpibHNLeWQrdDIvZEhmZzVFM1EvcytNUEZuKy9jZXBFUE5jZGVINE5EZUgyckVsYXdiVUg1ZXJmb0Fuam9maG44Tk5uNWE5Zm1HZnlOa3VuL3llTjJ1My9ORXVPRDNZYjQrZmY2K2oxODZGRG12MUVnTTVrcVNwS1lscVN1TW5ncTdsc0ttbDZIZFNkRGhiRGorR0pqUUY0cHp5L3IyL1ZVb0xaQzdGdFk4RGZFdG9kTkZJUWc4OVdUWStXSG8xNklUakh3SDlxeUNyZStGNEczNnFTSFFtWElFekRpNzdKeHhxVEJxUWloVHNIc1pySDA2SE4vM1o3Q3pqaDlrUkZOZzlBY2hvTHJsYmRqOEppUjFodmFuUTR1TXVnZHpSMCtwdWYyMWhGQ250L3Uxb1Y3b1VYZEFuM3RDM2R3dGI4UDZaOE5XcXMxSXlEZ1BkbjRFTzZaV2YxNnBvV1NPZzdaSHdpczNWMjc3L0kvanZSWUhYZlZCMktyUzcwSm8yU1dVWWFqTGZSVjl2eEFDdWR1WGhkcUdVbk9RbkE3OUxvSlBuNitjdlZmZHZNcGFEZTlVVTErOWRZOVEzbVRCaTVDMXR2YnJ0enNxWkNRV0ZjQmJkK3o3K0tWRGtmTktqY2hncmlSSmFscTZYZ256dnd2TEh3eXY0MXJDaVRNaDlXaklPQWMyL0R2c2IzOUdDT1R1bUFiVHp5ekxybTA3R2s1NEgvby9CRk5HaDMzRitURDM2N0RxTDBCSnhuNGtFVTcrRkRxY0JTbVpzTHRrRVlvKzk0UkE3dnJuNEpNdmh6SUVBSzJIaFNCdlhYUThOd1J5MS80TlpsMVp0ajh1ZGQrK0Zpc2VnYndOMWJmSFN0N0xtcWNnYnhNVWJBMlp5bTJHdzl3Ykt2Y3ZYZVFzc1QxaEplYk9rSm9aM245S1puait5VlY4L2pXUzZsVUV4dHdhYmxWZC9DcWNkWCtvaWJ1M20rZFdmNHJGcjhQTEpkL2I4UzNnaE8rRTUrdnI4RUZMcjFQZ3JQdGc5eGI0ei9XUW43M3ZiMEU2RkozdzdUQWZGcjBjNXRSWjkxZnVjK0dmcXo5K3ozYjQvYkZscjArNkF5SnhkWnRYcmJyRHhZOUJZaXE4L0UzWU5HL2Z4eThkaXB4WGFrUUdjeVZKVXRPU05ic3NrQXRRbEEyci94cXljRnNOS2d2bUhubExlSnp6allwbEVyWi9BTnVuaEtCdVF2dFFkcUJnRzZ6NlU4WHJ4UEpoOHh1UTJqc0VYbmN2RGRtdFBiNGFzbi9uZmJzc2tBc2h5M2Y1LzhKUmQ5YitIcUlsR1J1UnVJcjdpNnE0VGJ3bXF4K0ZyRHI4MHI5elp0aGFEZ3hCN0VWM2xaU0VpSWJNNDVSTVNEMEswdnFIL3YwZmhzR1BRVnhLZUYyY0I3dVhoNjlCZkJvVTd0eTNjVXAxTVdCOHFCVVlLd29CM1UrZmhiVXp5OXI3WFFpZGg4TGtYOE1wUHdvQjN4V1RLcDVqWjdrNjk4Ty9EcTI2MXUzYWZTK0FzMzhEK2J2aHVTdGgrL0xhajVHYWdyWkh3cUFyd3ZQaVFsajdJYngxZTFsN3gwRXcrTXNoRTMzUTVlSERqTDF2OFM0c1Y3dXoyd2pvYzA3ZHJ0MythTGprS1VqdEVHcGNMM25qd042TGRLaHdYcW1SR2N5VnBNTlVSbkl5bS9ic2FleGhTUHR1ZXhXMy8rOHVDYnpFdHlyYjEvYUVrSEhiWlR3d3ZtTC9oTGJoTWZWSTJMRWxQSThrUUxzeDBPNUVTTzFURXR6c0Y5cEtnNXBwL1NDK2RhalJtN2UrOGpqcXVrRFlwdGRMc21Rdmc4UjBXSG9mYkhtSEJsMWVMOW9DaGp3RldYTmdXVW4yU0VKckdGdVNjVnkwSzVTTktOb2RzbjBYM3cyN1Bpc0ora1lnYnlNVSszK0dHa2hLZXpqcEIxU1lBMnRtaEsxVTl4Tmd6OVp3QytvcFB3clpTM1AvV2ZYNTJ2YUNFVGVFd1BEZUg1cnNiZERsSVppYnN3bitkWFZZVkUxcUZpSnd4aThnV200TzdGZ1J0dko5QU9ZOUIwZWZDOW5ycTU5WGNZa3c3cWQxbTFlZEJzT3gxMEppQ3J6eXJaQzlLRFVMemlzMVBvTzVrblFZaUFEeDBTZ0Z4V0VSby9RV0xWaDR4Ulg4ZWY1OGJwOXFYVXcxTVZWbGhSYVZCaG1qSlk5eEllZ0tOV2ZLUnBQRFkycGZHUGJ2RUt3dDJBYlpjeUZuUVFnR3R6c1JJaVcvbENkbWhNYzlxNnMrWDNGKzFmdjNWckFOUGhnZHNtUTduQmxxNWVZc2dQbTN3dWJYNm5hT2ZUWGdFVWc3R3FhTmd6WWpRaFp1ckFBK09BSDJyQ2dMVG85NERSTGF3YXIvQzY4VE80WWF4WHRXd0xSVEcyWnMwdWsvaDRRaytQUTU2SDl4MVgxYWRRMS9FTmNtRWdmblBBakZSVEQzS1RqMm1wcjc5LzBDYkZrSS8vbWZzTnE0MUZ3TXZSYTZIUStmUEFISGZxWHFQcTI2aFV6NG5FMjFuMi9NOXlHOUQwejdIWXk4cWVhK3ZjWkM3Zzc0MXpYVjE3U1dtaUxubFE0QkJuTWxxUmtabko3T0Y0ODhrdlNrSk5LVGt1aVlra0tQdERTNnQyekpqNmRQNTc1UFBnSGc0Uk5QcEcyTEZxUW5KWEhQOE9HVnpqTnQ0MGJlV0xYcVlBOWZxa2RGb1JSQ3JBamVhRW10R2E5REhndUJ6bzh2SzFrUXJLVC8wVDhMd2R4U3hTVzN4Q1cyci9vOExUTHFQc1JkaTJER1dTR28ydXRtNkg0OWpIZ0ZwcDBXRm1HclQyMUdodk1UZ3hNbWgzMnhJbGoyQUt6WjY3YS83ZFBocUIrRStyM3hyVUp3TjdFZGZGUkY3VktwdnFSbHdNU2ZRMkphOVgzU2U0ZlNDclhwY1FKMEdnSnZmQjlhdEt5NlQvZFJZZFZ3Z0VXdmhGdFZDM09yN2lzMVZXa1pZYzRzZUtINm9GUDdQaUdqc0NpdjZ2WlM4Y2t3OUJxWTl5OVkvRnJWUWFkVzNlRzBlOFB6TFl0S1BpQ3A1c05QcWFseVh1a1FZREJYa3BxUk5pMWE4UFgrL2RtV2wwZmJGaTFJUzBqZ0gwdVdzR0gzYmo3Y0ZENFp2bkhBQUs3bzA0ZmxXVm1jMHFWTGhlUGpvMUY2dG16Smc3Tm5HOHhWMDVjMUoyU2d0am9Xc21vb2Z4Q1hDbTJPRDltNDYvZTZCYTdWb0lxdmQ1WGNmdDFtV0RodTd4cTM2V1AzZlp3NTgyRHVOMkRIUnpEb1Q5RDFxdm9QNXVZc2hMVlBoK3pmbkFXUXN5aVVVSWhWa1VtOCtZMnd5TnVSdDBLUDY4UDduSDUyR0dja29XS2RZS20rdkhNM2JKZ2RTaU5VSmFNL0pMV0dOZE5yUDlmcXFURHJ5WEI3NjlEcktyYWxkWUl4MzRQKzVVcXZ6SDdhUUs2YXB6bi9DRmw4Ylkrc3BrTWtaQmd1ZWIzMmN4WHVnWThlZzJrUFErc2VGZHZpaytHNDYwSWdLcjdranBjbHJ4dHdVdlBrdk5JaHdHQ3VKRFVqRTlldG85UGpJY3Z1ZjhlTTRieWVQZm5haEFtZnQzOHBNNVBmbm5naUQ4Mlp3eTJUSjFjNE5nSThPVzRjWFZKVGVXekJnb001YktsaHJIMDZCSE1IL0E1bW5oZEtHNVJxMFRuVXhkMDJFV0tGSVVzMXFSdkV0NEhDSGFGUHhybGhLeTkvY3dpMHBvK0ZmdmZEcHpjQlJhR3QwMFhROVlxNmphM2xBTWhkQ3dYYnkvYVZMdExXRU1IU3doMHc2NnJLKytOYmhScTVzY0t5ZlRzL0NsK3JQdmRBem55WU9qWXNmSlorR2d6OU8wdzdIYkxuMVA4WWRYamJNTHZtOXQ1blExRStMSjhJMFlTYSt4WVh3anQzVmQ1LzhwMXc3TldoRE1NblQ0U1NEU2Zkc2Y5amxnNTFPMWJXM043amhQQWh5V2YvcmR2NUp2Mjg4cjUrRjhJcGQwSktCMWorSHN6K0cxejQ2TDZQVldvcW5GYzZCRVJyN3lKSmFnNXU2TitmZjV4eEJuOWZzb1RsV1ZuOGJkdzRVdVBEWjNvUjRJSFJvN215VHgvdW1EcVZ1ZHUyMVh3eXFTbFkrWWNRckcwN0NrNVpCRU9maGY0UGg3SUJwNjZBOWlWWnRNVjVzT0dGVUNmMnBFOWd3QjlnK0N1aC84YVhLcDkzM2kxUWxBTTl2d0VuZndxRG40QlJFMFAvbFgrczI5alNUNEhUVnNOeHowTy8zNFNGeVFiL0pRUldWLzZoL3I0R2UwczVNbVQrRHZnRG5EUWJ6dHhlVmxzWUlPUDhzRCtoWFhpOThNNFF5SVZRaGlJeEl3UzBwWU1wbWdBRHhzUFMvNFpzcU9vTXZBejZmYUg2OXNMY0VBeCsvSFI0OTI3STNWNTkzNVFPTVBwN2xUT2xwT1prOEpXd2F4TXNuMUI5bjI0allQalhJQ0dsNnZaZG04UDIvSlh3NzJ0aDY1S2Fyem42ZTlCMTJQNlBXVHJVT2E5MEVCak1sYVJtWkhCNk9wZGtabkpKWmlaSHRXNU5ha0xDNTYvYkp5Zno0T3paWFAzMjIzeThlVFBqdW5kbjJpV1hjRnlIRHJ4eTdybmNNbmd3UC92b0l4NllYVXQybE5SVXhBcGgrbG13K0s0UWdPeDRBWFM1SEJJN2hIM0xIaWpyTytkL1FoQTFrZ0RkdnhJQ25OUEdRZGFzeXVmTm5oTVdMOXYwS2lSMWhjNWZEUHVubnc2YmE4akNpQldWUGQ4Mk9XVDR0aDBEUjN3VDJvMkI5Yy9ENUdGbDE0eExxMzZMbEdRbVJwTnI3aGVYQnBGRTZQbE5HTGNCeGk2RklVK0dSZGQyZmd5enJ3dUI2VTRYaDFxNncxK0M0b0tReWJ6N3M1RFZuRkp5RzJHcndaQzd1bXloTk9sZ0dYUjVxRkU0L2ZjMTkrcytFc1pXa1pGYjZvUGZ3SXRmZyszTGE3OW15MDR3OG1ib2Q4RytqVlZxS3RyM2hUNW53WXcvVnZ6NXRMZTJ2ZUNrSDBLckxsVzNyL29Bbmp3SFZrNnV1bjF2eDEwUEozeG4zOGNyTlFYT0t4MGtsbG1RcEdiazJuNzkrUGFnaWpVK256dnpUQUQrMzh5WjNEcGxDZ0R2cjEvUDhjOC96L1JMTHVIRDhlUEpMU3JpdW5mZjViR0ZDdy82bUtVNjIvQTh2QnFwdW0zVEsxVzNGZWZDa252RFZwUENuZkRwaldFcmI4ZFVXSHhQNWY3WmMwTEFzeXA3anlPaGJjazFzc3YyWmMyQ21lZlhQS2F6c210dUJ4ZzlwZlkrUzM4Rld5ZUc0UFBXQ1dITExhbTNsbms3akYwR1NWMWc5M0tZY3oyc2Zod29EbVVnUmsyRTBkTmczYlBROVVwWSsxVHQxNVBxVTJvSEdITnJXQnhtMDd5YSs2YTBoK3dOOVhQZDF0M0Q0MDVyRTZvNWlzRHBQNGR0eTBMTjZKcWtkQWlQOVRHM2t0dUZURVRubFpvbDU1VU9Ib081a3RTTWZIZnlaRzc5NEFOYXhNV3g4dXFyMlpHWFI5Ky8veDJBNGxnTUNDVVZMdWpWaXg4UEcwWkdjakp2cjFuRHpaTW1zWEJIRGJldVN0cC9xYjNEWStuaWFYVzE4QWYxYy8zdFUwTzVpYzFWTE1TUnZ4VjJMWVpQdjFsU1VxSzRyQzFyRm53d0VvNTVBSHBjRnhaUlcveVQraG1UVkJlUk9EajNJY2pmQmUrVis5NHJyZkVjbDFpeGY5dGVzTDZHeFE3M1ZsU3lBR0JpV3VXMlRvUEQ0OWJQNm40K3Fha1kvVjNvTkFqKythV3llUUFoa3pCdXI1clU3VEpoOTJiSXo2bmJ1ZXMwcjJxNVpWeHFpcHhYT29nTTVrcFNNMUpNQ05wK3FWY3YwcE9TMkpHWFIwSTB5cDZpSXZxM2JjdlZmZnR5V2UvZTlFaExZM1ZPRGxuNStmeHU3bHdEdVZLOWl3QXhJQnJLS0FCc2ZIbmZUckgwbC9VOXFNcFdQeHEyNnVRc2dCbG5OL3c0cEtxYy9uUG9QQlNlR1E5NVdXWDc5MnlIZ2wwdzVHcElTQTRMbm5VY0JLMjZ3clRmMXYzOG0wdnVSam5seCtINDRwSS9sbE02d0tETElHY0RiSnBmZis5SE9oVDB2eGhHM2hRV0NWeTMxNGNmV1d1aDV4Z1llemZrN1F4em9lLzVzT2pWdXA4L2V3UHMyUmJLbzhSaTRUd0E4VW5RL3hLSUZkZGNTMVJxaXB4WE9zZ001a3BTTS9TTkFRTUFTRTlLWXRsVlYvR3Q5OStuYTJvcU53MGN5SCtXTGVQUitmUDUwYkJobk5hdEcyTTZkNlp6U3VYaSsvOWF1cFROdWJrSGUraFM4ekRrQ1NBT1doNERyWWJBNWpkZ3k5dU5QU3FwNldqZEF6b09nQmYrQnpiT3JkeisxZzlDVGR2QlYwRWtFckozNS93RFBuMnU3dGZZdkNBc2hEYjBXaGgyUGVGREdLQ29BRGJNZ1FuM0VqNlVrWnFKYUNMME9SYytlQUJtVlZFMlovTDkwS0pWV0Vnd0dnOUZlYkJxQ2t6NnhUNWNKQVl2M3dRbi93QUdYaHJPQXlIWWxMMGVKdjBTdGkydGw3Y2pIUktjVjJvRUJuTWxxWmtaa1pIQmlaMDdzekk3bTBna3dxUjE2L2pubVdmeWs1a3o2ZmpZWStRVUZQRFFtREdjMXEwYnV3b0t1S0YvL3dySHgwZWp0SWlMWSthbVRRWnpwZjJWdncxNmZoMEtkc0NLaDJIaG5ZMDlJcWxwbVBHSHNBRThkVzcxL1JhK0ZMYmFmUHpYc0ZYbmt5ZkNKalZuNnorQjN4d1JucSt1b2RiNnBubndqNHRyUDkvbStXWG5xOHJxS2ZCMExYWGhwYWJPZWFWR1pEQlhrcHFSS1BESVNTZXhZUHQyM2w2emhuTjY5T0RxdDk5bWRVNE9HM2Z2SnFlZ2dKK1BITW0zQmczaUp6Tm5jdmZNbVJXT1Q0aEdtWFRSUldRa0p6TnYyN2JHZVJOU2N6RC9sckJKa2lSSlVqMHltQ3RKemNoWCsvZG5XRVlHbDczMUZxTTZkUUxDRGFJL25EYU5wTGc0SGp2MVZLN3AyNWVmZnZnaEw2OVlVZUhZS1BENHFhY3lQQ09ETTE1NmlkeWlvb1AvQmlSSmtpUkpVcldpalQwQVNWTDlPYkZ6WjE1WnNZSi9mbFp4OWUzNFNJVDNMN3FJeTN2MzVtc1RKdkRZd29WTXZPZ2kvbnpLS1NSRW83Uk9UT1NsYzgvbHN0Njl1V0hpUk41ZHU3YVIzb0VrU1pJa1NhcU9tYm1TMUl3OE9IczJhM2Z0cXJTL01CYmovK2JOWS9iV3JjemN0QW1Bc1MrOHdHdm5uVWUvdG0zcDNySWxiUklUdWZTdHQzaCtxY1h6SlVtU0pFazZGQm5NbGFSbTVLUE5tNnR0ZTNUQmdzK2ZweVVrTURBOW5ZMTc5akM2YzJkZVhMNmNiNy8vUGl0emNnN0dNQ1ZKa2lSSjBuNHdtQ3RKaDRtajI3VGhsSzVkT2JWclY4N3QyWlBFdURqK3ZXd1oxNzN6RHROTHNuVWxTWklrU2RLaHkyQ3VKQjBHV2lZa01QSENDMG1JaTJQU3VuVjg2LzMzZVhINWNyYm01VFgyMENSSmtpUkpVaDBaekpXa1p1cVd5Wk81WmZKa0FMSUxDaGp3ekROc3pjMGwxc2pqa2lSSmtpUkorOGRncmlRZEpyYms1amIyRUNSSmtpUkowZ0dJTnZZQUpFbVNKRW1TSkVtMU01Z3JTWklrU1pJa1NVMkF3VnhKa2lSSmtpUkphZ0lNNWtxU0pFbVNKRWxTRTJBd1Y1SWtTWklrU1pLYUFJTzVraVJKa2lSSmt0UUVHTXlWSkVtU0pFbVNwQ2JBWUs0a1NaSWtTWklrTlFFR2N5VkpraVJKa2lTcENUQ1lLMG1TSkVtU0pFbE5nTUZjU1pJa1NaSWtTV29DRE9aS2tpUkpraVJKVWhOZ01GZVNKRW1TSkVtU21nQ0R1WklrU1pJa1NaTFVCQmpNbFNSSktpK1NDRVFxN2tzL0JlSmIxZTM0eEF4b1B3NmlLV1g3b2lrbDV5MG5tZ1RSNVAwZloxcS95dU04MkJMYVE4Y0xJUkpmdWEzMWNPaDJUZG5ycE80SGIxeVNKRWxTTTFYRmI5NlNKRW4xSktFOXRCcHc0T2NwTG9EdEgwQkNXeUR1d005WGxBUEZ1VlczOWJzUDJvMkdxYWRBMFM1STZ3OGozNFVsUDRIRjk5Uis3bllud1hIUHdZUitzR3RoMkhmcU1sajlLQ3o2VVZtL1lTOUFmQnBNR1ZQTmlhSkFjZFZOU1YzaDVIbncyUzlnMFoyMWo2a21QVytFYmxmREoxZkI3aVg3ZG15dm02RDNYVEJwTUdUUHJkalcrV0xJdkIzVy9nMVNqb1NUNThLcVIySCtyVkM4KzhER0xFbVNKQjJtRE9aS2txU0cwMjRNRFB2UGdaK25ZQ3U4MVI1T21oc0NtUWRxM3MydzRuZVY5N2M1SG5yZERLdWZDSUZjZ0p4NXNPRUY2UFVkV1A3Yk1KYUdGb21Ib2YrRVhVdGg0VzJWMnp0ZUFFUmc0NHNIZnEza0h1Rjl4NmZ1MjNIUmxCQUlYdmZQeW9GY2dLSTlKZjBTWWRjaStHZzhESGt5Qkx1bm5RcjVtdzU4N0pJa1NkSmh4bUN1SkVscU9GdmVnVWtEcTI5dk94b0cvaEVXM3dVYmFnajZGaGVHeDA5dmhMaVVxdnZFcGNLZ1IySHJCRmoxZnpXUGE4ZEhsZmZGdHc3Qnh2eXRzT0Q3RmRzVzN4MENxSVAvQWg5ZUJNUnFQditCaWhWQzNrYkkvRDRVWnNGblA2M1kzdTByc0hzcDdKalJzT09veVJFM1FrSWJXUFRqcXR0TGcrSFJGdUg1eGhmaGcxSFE0NnVRdi9uZ2pWT1NKRWxxUmd6bVNwS2tobE9VRGRtZlZ0L2U4Y0x3dU9ZcDJMT2k5dk50ZktuNnRpNVhoTWZQZmdaYjNxNzdHQUdJd0pDbklMVTN6RHkvY3ZadDl0d1EwRDM2cDNEVW5aV0Rxd0JkcndwWnd5MUx5a3FVQmkzWFBsM0hNVVNoOTUwaFk3aGdPM3g2RTdUb0NFZmZDN2xyWU0zam9WdkxnU0dUTmxZRVorWFVmTW9aWjhPMjkrdDQvWDBRM3dveWI0T1ZmNExkbjBIcjR5QnZNK1N1S3V0VEdzeE5iQStKSFNDNWU2aWJXN0FkQnYwSnRrNkN0VS9WLzlna1NaS2tac3hncmlSSmFuaHhxZER1eE1yN004Nkd2UFdRMWpkc2V5dk9oNjN2VnR5WGtnbVJoTXA5dTE4SHVlc2dkeTJrVm5HdVVubnJRclpyZWNjOENCM1BENEhnVGE5V2ZkeG52NEQwaytIb240VE0yYVcvck5qZTljdlFabGpaUW1mZHJ3T0tZT3Q3MVkrbHZQNFB3UkUzUVZFdUxQczFVQXl6cm9iUmZXRFFuMkhuUnlHb25IazdGTytCK2Q4UEFkMnFkTG9RT3B3SkJUdnFkdTE5MWZ2SDRkOWc4VDFBWE1ob2ppYkJ5ajlDU2k5STZsWVcxRDVsVWRseHNZTHdiN1JuTmV6OHVHSEdKa21TSkRWakJuTWxTVkxEUytvT0kxNnZ2cjI2dHRKYXVlV05mQWVTZTFaL3JwUG4xenlXV1ZkVnpKWTk1Z0hvOVcxWS96d3N1cXVHQTR0RDNkY1JyMFBmWDBEcVVTRjd0blFodFJsbmhjZE9sNFFGMEQ0WVZiWUFHa0JDZWxtUWVlL00zNzYvQ29IY3BiOHVDZVNXS05vRkgxNEkzYTRLZ2R6VVB0RGxNbGp4TUt4OEpQUVo5aUpzK0Rlc2VhTGtvRGc0Nm5iSW1sVjFMZHZxUkpNaExxMzY5cUtTTE9CV3gwS3ZXMkRlTFZDd0JicGRDMm5Id01lWFFzOXZoS3pkUGF0RHJlR1VYckRnTnRnMk9XVHQ1cTZuMmtYZEpFbVNKTlhLWUs0a1NUcDRGbncvQkUzcjRwajdJZjJVcXR2V1BGNVdxN1hqQlREZ0VYajNpSXFacXIxL0ZJNmZOaTY4YnRFSnhzd3NhNCttaEJxNFhTNkR6YS9ESjFkUWE2Q3hjQ2RNUHdPR3Z3VGRyNGYycDhIODc0VmdhbTE2ZmlOc0FFdC9WVG9JR1BpblVKSmh5VTloY1JYMVozY3ZMY21BQmZyOUdtTDU4Rm5KOGRHazhQNTNscXNCM0dVOEpCOEJTNzVXKzVqS0d6Mmw1dmJYRWtKR2N2ZHJ3d0p0UjkwQmZlNEpkWE8zdkEzcm53MWJxVFlqSWVPOE1MWWRVL2R0TEpJa1NaS3FaREJYa2lRZFBQbGJLdGZHSFRVQnRrK0ZoVCtvdUwrd2hucXdoYnRDSFZtQWdtM2hNWGR0Q0RhV1A3NjRzS3pmM3ZyZEZ3SzU2NTZCMmRlR0VnQjFVWlFEMDgrRTNuZkJVVDhJZ2VUdFUwTzVpSnFzZlJwVy95VTgzN01LQnZ3ZTJvNkN0c2VIRE4vU1ROc3FSVXVPV3duTEg0YjhqZUYxaStSb1dFTUFBQXVrU1VSQlZNN2hNYjUxV2RjZVg0VzhEYkQyeWJxOW4xSXJIZ25IVmFjMFVMN21LY2piRkxLTHUxd09iWWJEM0JzcTl5OWQ1Q3l4UFJBSlkwM05ER1V5VWpMRDgwK3VBcW9wRlNGSmtpU3BFb081a2lTcGNhWDJoVDNWQkZ6M1JmcXBWTWlzVGU1UmMvOUZQd3lMZCszOEdNN1lzbS9YbW50RHlLSXRYWkN0cWtCdW14SFE4K3V3OUw3d2VzOUsyRHFoWXAvaVBmRHhaVFV2N0phWUVVcEx6UGthelB0V3hiYTBQdUV4L2FTeWZUUE9nNVFqb1RodjM5N1Q2a2REYVliYTdKd1p0cFlEUTUzZlJYZUZyeU5SU0RtaUpGQjdGS1QxRC8zN1B3eURINE80bFBDNk9BOTJMdzhaeC9GcElkdFpraVJKVXAwWXpKVWtTWTByR2w4eG8zWi9EZHVyMUVFMEVYSVdWOSsvTUF1Vy8yK281MXRheGdCQ3RtN0wvbVZsSE1wcjBSbU8vRzVZbUExQ1VMTlVYQ3EwSHdmZHZ4SmVEM2tpWkNJdnViZjZNZXo4dU9aQUxzQ1Izd21MaWJVY1VMbGNRWnZqdzJQcjQwSWQ0VDByUTRBNFoxN041enhRMFJZdzVDbkltZ1BMN2cvN0VsckQyS1hoZWRFdTJMME1pbmFIYk4vRmQ4T3V6MHFDdmhISTJ4akdLVW1TSkdtZkdNeVZKRW1OS0FvSmJhRmd4NEdmNnMwMkZZUEMvZTZIRG1mVmZsenU2cktBSkVESDgwSVpoUEw3U3JVNVBnUnppM1pWYmh1M0xpeitWWm9kUE9mNlVKS2dydVVicXBMUURucmVDTm56WVBWZks3ZDN1aEMydkFOcGZVTU4zOFUxTGVCV2p3WThBbWxIaDNyRWJVYUVMTnhZQVh4d1FpaWpVWnFwUE9LMThCNVcvVjk0bmRnUlJrOE5mYWFkZW5ER0trbVNKRFVqQm5NbFNWTGphVGtBaUZhdW85dVlVdnZBanBsVnQ4VWxoOGVpS3VyNXJuZ0Vka3lEK0pZdzVHbllOdVhBQXJrQW1kOFBBZUtGdDFPcHRteWJrZERxMkZCK0lUVVRqcmdKbGo4SUJkc1A3SnExYVRNeUJJNkp3UW1Udzc1WUVTeDdJQ3hNVjk3MjZhR3VjRnhxZUI4alhvUEVkdkRSSlEwN1JrbVNKS21aTXBnclNaSWFUNmVMd21QV25BTS9WL2ZySUZhdVptN0xnZnQranRiSGhWSUsyNmRXM1I2WEZoNExxOGpNWGZURDhOanBBQUtWN2MrQVNEeHNmZzJTdXNJUjM0SnRrMkRUcTN0MWpJUUYzUEszd0xxL2g3cTZ2YjRkOXMzNTZ2NWZ2eTV5Rm9iRjNISVdsR3lMUWdtRldIN2x2cHZmZ0Q3M3dKRzNRby9yUTFCMyt0bWhERVFrNGNDRDNaSWtTZEpoeG1DdUpFbHFlTEg4c09CVllWYlp2cVN1b1I0c3dQQ1hZZlZmUW5abmFaYnU3cVd3NDhPNlgrT0l2UllIUytvRXVSdjJiWnc5dmg0ZU4veW42dmFFTnVHeHFqSUwreUthVXZYK2pMT2c2NVh3M3d3NCttZGgwYkNGUDZqY0wvTjJhSGNpZkhwakdNdWU1YkQwVjlEN2J0anlYZ2p3TnBUQ0hURHJxc3I3NDF1RkdybmxTMTNzL0FnS3RvV0FiczU4bURvMi9MdW1ud1pEL3c3VFRvZnNlZ2prUzVJa1NZY0pnN21TSktuaDdWNEc3eDFWOWpxcEJ4ei9lZ2dBenZvS3RCb0lQVzhJMjdwblllbDlOUzhjVnBYM2greGZ6ZHhTYlVkRDkydGg0OHV3YTFIVmZWcDBDby83VzhvZ21neEgzd3Z4YVZXM0ozV0RQYXVoN1Jqb2RqVnNlZzIyVDZuWXArdlYwUGZuc1BsTldQbkhzdjJmL1JJNmZSRUcveFVLZDFhUnpWdlBVbzRNWDdPMkowQzdFMExKakxjeW9HQnJhTTg0SC9yOU10VE1CVmg0Wndqa1FxaTNtNWdCK1pzYmRveVNKRWxTTXhOdDdBRklrcVREU0h4cnlMd0RUcDRMYWYxZy9uZGg3Wk93NFB2d1RrOVk5bUJZMU91a1dYRGM4NkhQd2RCbUZBeC9DUXB6NE5OdlZ0OHY0NXdRckN4ZDRLc3FrVWpsZlhISllmRzBrK2ZCRVRkQzFteWdPSlFhS0MvdEdOajlHYVNmSEY0dnZxZGNZeFNPdWhPR1BBN1pjK0hqUzRGWVdYTnhMc3c0SjVSZUdQYWZpcG5LY1duVmI2VmppQ2JYM0M4dURTS0owUE9iTUc0RGpGMEtRNTZFRG1mQ3pvOWg5bldobG5DbmkwTXQzZUV2UVhFQnpEd3Z2S2NCdndzQllJQldnOFBDY3pWOUhTVkpraVJWWW1hdUpFbHFXQW50SUgwc2RMNFlPbDRRNnFidVhoNFd3ZHJ5MzdKK0JWdGg0VzJ3N0RmaHR2d2Uvd01kTDRRMVQ0YWdadTZxc3I0OXZ3YmRyd25QSXlXL3pweTVvK0oxbzRrUWlZT3pTaGNycXlySTJqSXNNbmJVSGFGRXdQU3pRcEFSUWltRHhBNGh5N1c0RU5xTkNlOWoyZjFWdjgvMFUwSjJhbWtkNElKdDRiSE5xSkNCM0g0Y2JQZzNUUDFPZUM4dEIwQ1AwNkhQVDBMZnRHT2daWDlZOVNkWThUQnNmQ2tFYlNHMERYZ2tYR1A3RkpoNWZoalgzbkxYd0l5ellNU2IwUDhoNkhnK2ZQaEZPQ3VyY3QrOWpaNVNlNStsdjRLdEUwUFc3OVlKWVN2LzlScTdESks2aEgvZk9kZkQ2c2VCWXNoZEM2TW13dWhwSWZPNjY1V3c5cW5hcnlkSmtpU3BBb081a2lTcDRYUzlHb1k4eHVjM0ErMllIa29EclAxYjlZdGY1VytFVDIrQTVROUIvd2RENlFPS0tpN3N0Zm0vc09yUCt6YVd4SFFZOUdqWjY0UjJJVk8yUlNmWU5obG1YMU5XQmdEQy9wNDNoS0F3a1pEeHV1SjNzT2l1cXMvZjdzUVFtQzNPQzJQUDN4VDI1NjRPQzRVdHZDTUVhRXN0dlE5YUhSc0N5WkVFS002SFRhK1V2YS9TUUM2RWhjM1NUNGJsL3dzTGJxOTZzYkZTMlovQzVHRWhPM2ZYWjFDVVhYWGQzZjJ4ZlNwc213aWJYNi9jbHI4VmRpME9tYzBiWHdMS0xVYVhOUXMrR0FuSFBBQTlyZ3VMcUMzK1NmMk1TWklrU1RxTUdNeVZKRWtOWiszZm9PMG95SmtYNnIvdVhsYjNZM2N0aEJsblE4WjVzRzFTMmY1M013bmxCWXFyTzdKNnEvOVM5cnhnVzFtQWVOTXJsZnZPLzA3WUlHVC9scS9IVzVYUGZoRVdjQ3ZhVTNGc3VXdGc0b0RLNDkyekVxYWNVTGR4ejdvR1VudkRqcWwxNjUrM0hxYWVETEdTTWd4TGYxbTM0dzdFNmtmRFZwMmNCZUhmVTVJa1NkSitNNWdyU1pJYVVGSElzajBRbFFLdFJRZDJ2aHJQWFkzYUFybWxmWXFxNjdjZmdlZnlDcmJBamkzN2RreHgzb0ZkVTVJa1NkSWh4d1hRSkVtU0pFbVNKS2tKTUpnclNaSWtTWklrU1UyQXdWeEpraVJKa2lSSmFnSU01a3FTSkVtU0pFbFNFMkF3VjVJa1NaSWtTWkthQUlPNWtpUkpraVJKa3RRRUdNeVZKRW1TSkVtU3BDYkFZSzRrU1pJa1NaSWtOUUVHY3lWSmtpUkpraVNwQ1lodjdBRWNDaUtSYUF4aTRVV3NjY2NpTlloSVl3OUFraVJKa2lSSkI4ck1YQ0FXS3piVXBXWXBnbkZjU1pJa1NaS2s1c0xNWElCWUpDdEdiRThrRWtrMjhxWG1La0prY3l5T2dzWWVoeVJKa2lSSmt2YVB3VndnR2kyYUhpUHV3VWdzMXFleHh5STFoQmlSd2xnczhtNWNUdXR0alQwV1NaSWtTWklrN1IrRHVjQU5QeHV5ZHZ6NForODZwVU9INU1ZZWk5UVE0ak5hRm4vOW51UDJRTVNxMEpJa1NaSWtTVTJVd2R3U3p6MzNwYUxuSUtleHh5RWRkaUtSR0RGanpKS2taaVpXN2dOVWY4eXBXU241aG80MFFuMDY1NVdhTGVlVlZQOGFjVjQxTUJkQWs5UzRZckhtOXorckpFa1JmNzVKOWM1NUpkVS81NVhVNUppWks2bHhGUmZ2SUJMWlJTU1MydGhEa2VwVitVK0FJNUgxSkNUa045NWc5aExEREF5cG9SV3lnN2pZTG9pa3VzQ3VtcGZ5UDk5WVQ3VGc0UDE4YzE2cDJYSmVTZld2RWVkVkF6T1lLNmx4UmFQVGdKOENSemYyVUtRR0VZc1ZFb2xNb0tob2UyTVA1WE1SSWdaeHBRWVd5WjBHeVQrRm1EL2YxRndWUXZFRVZtOCtlRC9mbkZkcS9weFhVdjA3K1BPcWdmbTVpNlRHTjM1OEhQMzd1d0NobXF0aTdybG5ENGRRRG16c1pTNGt3dE9BR2ZGcXpwWVJZWFRrWERZMDFnQmk0NG1qdnd2c3FybEtLT2FlZFhzaUIvbm5tL05Lelp2elNxcC9qVE92R3BMQlhFbVNEak94VitrRVhFUE1qSGcxVXpFS2dRbkU4WHprSFBJYWV6aVNKRWxTZlRHWUswblNZU2oyTEhHQUdSaHFucElwNW55YVZRYUd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KRW1TSkVtU0pFbVNHdHYvQjZQZzNIQm14SE9WQUFBQUFFbEZUa1N1UW1DQyIsCgkiVGhlbWUiIDogIiIsCgkiVHlwZSIgOiAiZmxvdyIsCgkiVXNlcklkIiA6ICIzMDE0OTMyMDciLAoJIlZlcnNpb24iIDogIjk5Igp9Cg=="/>
    </extobj>
  </extobjs>
</s:customData>
</file>

<file path=customXml/itemProps5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聚满分</Template>
  <TotalTime>0</TotalTime>
  <Words>889</Words>
  <Application>WPS 演示</Application>
  <PresentationFormat>宽屏</PresentationFormat>
  <Paragraphs>152</Paragraphs>
  <Slides>20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黑体</vt:lpstr>
      <vt:lpstr>Arial</vt:lpstr>
      <vt:lpstr>Wingdings</vt:lpstr>
      <vt:lpstr>Arial Unicode MS</vt:lpstr>
      <vt:lpstr>Agency FB</vt:lpstr>
      <vt:lpstr>Trebuchet MS</vt:lpstr>
      <vt:lpstr>Calibri</vt:lpstr>
      <vt:lpstr>聚满分</vt:lpstr>
      <vt:lpstr>腾讯文档 默认主题​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Nocompany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daisichao521@outlook.com</dc:creator>
  <cp:lastModifiedBy>晓腾</cp:lastModifiedBy>
  <cp:revision>2175</cp:revision>
  <dcterms:created xsi:type="dcterms:W3CDTF">2017-04-10T02:24:00Z</dcterms:created>
  <dcterms:modified xsi:type="dcterms:W3CDTF">2026-04-23T05:13:32Z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955861D2F1254B19A469F292DDF10792_13</vt:lpwstr>
  </property>
  <property fmtid="{D5CDD505-2E9C-101B-9397-08002B2CF9AE}" pid="3" name="KSOProductBuildVer">
    <vt:lpwstr>2052-12.1.0.25225</vt:lpwstr>
  </property>
</Properties>
</file>